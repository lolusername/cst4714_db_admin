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3: SQL Mastery with PGExercises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Joins, Aggregation, and Subqueries in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SQL Mastery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SQL = lingua franca of data analysis &amp; DBA work</a:t>
            </a:r>
          </a:p>
          <a:p>
            <a:pPr>
              <a:defRPr sz="1800"/>
            </a:pPr>
            <a:r>
              <a:t>Advanced queries enable reporting, monitoring,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from Week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SELECT basics: columns, filtering, ordering</a:t>
            </a:r>
          </a:p>
          <a:p>
            <a:pPr>
              <a:defRPr sz="1800"/>
            </a:pPr>
            <a:r>
              <a:t>INSERT, UPDATE, DELETE</a:t>
            </a:r>
          </a:p>
          <a:p>
            <a:pPr>
              <a:defRPr sz="1800"/>
            </a:pPr>
            <a:r>
              <a:t>Intro to Supabase SQL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PGExercises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Gym membership system dataset (members, facilities, bookings)</a:t>
            </a:r>
          </a:p>
          <a:p>
            <a:pPr>
              <a:defRPr sz="1800"/>
            </a:pPr>
            <a:r>
              <a:t>Useful because: multiple related tables → joins &amp; aggregates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INNER JOIN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Syntax: SELECT ... FROM t1 JOIN t2 ON condition</a:t>
            </a:r>
          </a:p>
          <a:p>
            <a:pPr>
              <a:defRPr sz="1800"/>
            </a:pPr>
            <a:r>
              <a:t>Example: Get member names + facility names they booked</a:t>
            </a:r>
          </a:p>
          <a:p>
            <a:pPr>
              <a:defRPr sz="1800"/>
            </a:pPr>
            <a:r>
              <a:t>SQL:</a:t>
            </a:r>
            <a:br/>
            <a:r>
              <a:t>SELECT m.surname, f.name</a:t>
            </a:r>
            <a:br/>
            <a:r>
              <a:t>FROM cd.members m</a:t>
            </a:r>
            <a:br/>
            <a:r>
              <a:t>JOIN cd.bookings b ON m.memid=b.memid</a:t>
            </a:r>
            <a:br/>
            <a:r>
              <a:t>JOIN cd.facilities f ON b.facid=f.facid;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LEFT vs. INNER JOIN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INNER JOIN → only matches</a:t>
            </a:r>
          </a:p>
          <a:p>
            <a:pPr>
              <a:defRPr sz="1800"/>
            </a:pPr>
            <a:r>
              <a:t>LEFT JOIN → keep all from left even if no match</a:t>
            </a:r>
          </a:p>
          <a:p>
            <a:pPr>
              <a:defRPr sz="1800"/>
            </a:pPr>
            <a:r>
              <a:t>Example: List all members, show bookings if exist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Aggregation (COUNT, SUM, AVG, MIN, MAX)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GROUP BY usage</a:t>
            </a:r>
          </a:p>
          <a:p>
            <a:pPr>
              <a:defRPr sz="1800"/>
            </a:pPr>
            <a:r>
              <a:t>Example: Count how many bookings per facility</a:t>
            </a:r>
          </a:p>
          <a:p>
            <a:pPr>
              <a:defRPr sz="1800"/>
            </a:pPr>
            <a:r>
              <a:t>SQL:</a:t>
            </a:r>
            <a:br/>
            <a:r>
              <a:t>SELECT facid, COUNT(*) FROM cd.bookings GROUP BY facid;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HAVING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Filtering on aggregates</a:t>
            </a:r>
          </a:p>
          <a:p>
            <a:pPr>
              <a:defRPr sz="1800"/>
            </a:pPr>
            <a:r>
              <a:t>Example: Facilities with &gt; 1000 bookings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Subqueries (Single Row)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Definition: query inside query</a:t>
            </a:r>
          </a:p>
          <a:p>
            <a:pPr>
              <a:defRPr sz="1800"/>
            </a:pPr>
            <a:r>
              <a:t>Example: Members who joined after the avg join date</a:t>
            </a:r>
          </a:p>
          <a:p>
            <a:pPr>
              <a:defRPr sz="1800"/>
            </a:pPr>
            <a:r>
              <a:t>SQL:</a:t>
            </a:r>
            <a:br/>
            <a:r>
              <a:t>SELECT firstname, surname</a:t>
            </a:r>
            <a:br/>
            <a:r>
              <a:t>FROM cd.members</a:t>
            </a:r>
            <a:br/>
            <a:r>
              <a:t>WHERE joindate &gt; (SELECT AVG(joindate) FROM cd.members);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Subqueries (IN, EXISTS)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Example: Members who booked tennis courts</a:t>
            </a:r>
          </a:p>
          <a:p>
            <a:pPr>
              <a:defRPr sz="1800"/>
            </a:pPr>
            <a:r>
              <a:t>SQL:</a:t>
            </a:r>
            <a:br/>
            <a:r>
              <a:t>SELECT firstname, surname</a:t>
            </a:r>
            <a:br/>
            <a:r>
              <a:t>FROM cd.members</a:t>
            </a:r>
            <a:br/>
            <a:r>
              <a:t>WHERE memid IN (</a:t>
            </a:r>
            <a:br/>
            <a:r>
              <a:t> SELECT memid FROM cd.bookings WHERE facid IN (0,1)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Combining Joins + Aggregates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Real-world query: Top 5 members by total spending</a:t>
            </a:r>
          </a:p>
          <a:p>
            <a:pPr>
              <a:defRPr sz="1800"/>
            </a:pPr>
            <a:r>
              <a:t>Shows multiple concepts in one query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Write readable queries (indent &amp; alias)</a:t>
            </a:r>
          </a:p>
          <a:p>
            <a:pPr>
              <a:defRPr sz="1800"/>
            </a:pPr>
            <a:r>
              <a:t>Test subqueries separately</a:t>
            </a:r>
          </a:p>
          <a:p>
            <a:pPr>
              <a:defRPr sz="1800"/>
            </a:pPr>
            <a:r>
              <a:t>Use EXPLAIN to check performance</a:t>
            </a:r>
          </a:p>
          <a:p>
            <a:pPr>
              <a:defRPr sz="1800"/>
            </a:pPr>
            <a:r>
              <a:t>Verify assumptions with sample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370</Words>
  <Application>Microsoft Macintosh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Week 3: SQL Mastery with PGExercises</vt:lpstr>
      <vt:lpstr>Why SQL Mastery Matters</vt:lpstr>
      <vt:lpstr>Recap from Week 2</vt:lpstr>
      <vt:lpstr>PGExercises Dataset</vt:lpstr>
      <vt:lpstr>INNER JOIN Basics</vt:lpstr>
      <vt:lpstr>LEFT vs. INNER JOIN</vt:lpstr>
      <vt:lpstr>Aggregation (COUNT, SUM, AVG, MIN, MAX)</vt:lpstr>
      <vt:lpstr>HAVING Clause</vt:lpstr>
      <vt:lpstr>Subqueries (Single Row)</vt:lpstr>
      <vt:lpstr>Subqueries (IN, EXISTS)</vt:lpstr>
      <vt:lpstr>Combining Joins + Aggregates</vt:lpstr>
      <vt:lpstr>Best Practices in SQL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Atilio Barreda</cp:lastModifiedBy>
  <cp:revision>2</cp:revision>
  <dcterms:created xsi:type="dcterms:W3CDTF">2013-01-27T09:14:16Z</dcterms:created>
  <dcterms:modified xsi:type="dcterms:W3CDTF">2025-09-11T19:22:56Z</dcterms:modified>
  <cp:category/>
</cp:coreProperties>
</file>