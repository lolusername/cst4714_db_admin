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77397"/>
  </p:normalViewPr>
  <p:slideViewPr>
    <p:cSldViewPr snapToGrid="0" snapToObjects="1">
      <p:cViewPr varScale="1">
        <p:scale>
          <a:sx n="97" d="100"/>
          <a:sy n="97" d="100"/>
        </p:scale>
        <p:origin x="262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40B071-FC91-4E2F-9D6E-FD04D07D2DFB}" type="doc">
      <dgm:prSet loTypeId="urn:microsoft.com/office/officeart/2008/layout/LinedList" loCatId="list" qsTypeId="urn:microsoft.com/office/officeart/2005/8/quickstyle/simple1" qsCatId="simple" csTypeId="urn:microsoft.com/office/officeart/2005/8/colors/accent0_3" csCatId="mainScheme"/>
      <dgm:spPr/>
      <dgm:t>
        <a:bodyPr/>
        <a:lstStyle/>
        <a:p>
          <a:endParaRPr lang="en-US"/>
        </a:p>
      </dgm:t>
    </dgm:pt>
    <dgm:pt modelId="{2DE77E54-7555-4D35-8C71-0343C5B4A94B}">
      <dgm:prSet/>
      <dgm:spPr/>
      <dgm:t>
        <a:bodyPr/>
        <a:lstStyle/>
        <a:p>
          <a:r>
            <a:rPr lang="en-US"/>
            <a:t>Review advanced SQL building blocks and server-side programming</a:t>
          </a:r>
        </a:p>
      </dgm:t>
    </dgm:pt>
    <dgm:pt modelId="{82D347DF-87CF-4172-B607-FA6E1FAAEB3E}" type="parTrans" cxnId="{1DFB1959-885A-4467-BBD5-3E71D26DD29E}">
      <dgm:prSet/>
      <dgm:spPr/>
      <dgm:t>
        <a:bodyPr/>
        <a:lstStyle/>
        <a:p>
          <a:endParaRPr lang="en-US"/>
        </a:p>
      </dgm:t>
    </dgm:pt>
    <dgm:pt modelId="{E96869BF-2B8B-4E10-9AB1-34F4AB84D35B}" type="sibTrans" cxnId="{1DFB1959-885A-4467-BBD5-3E71D26DD29E}">
      <dgm:prSet/>
      <dgm:spPr/>
      <dgm:t>
        <a:bodyPr/>
        <a:lstStyle/>
        <a:p>
          <a:endParaRPr lang="en-US"/>
        </a:p>
      </dgm:t>
    </dgm:pt>
    <dgm:pt modelId="{559CD5AF-77C5-4358-AE6A-60E4338306B8}">
      <dgm:prSet/>
      <dgm:spPr/>
      <dgm:t>
        <a:bodyPr/>
        <a:lstStyle/>
        <a:p>
          <a:r>
            <a:rPr lang="en-US"/>
            <a:t>Deep dive on constraints, triggers, and enforcing business rules</a:t>
          </a:r>
        </a:p>
      </dgm:t>
    </dgm:pt>
    <dgm:pt modelId="{0B9B5D19-136A-46CA-A01F-403FEFCDCF70}" type="parTrans" cxnId="{9CD91BC0-7EB8-4467-9637-5829A31F98E4}">
      <dgm:prSet/>
      <dgm:spPr/>
      <dgm:t>
        <a:bodyPr/>
        <a:lstStyle/>
        <a:p>
          <a:endParaRPr lang="en-US"/>
        </a:p>
      </dgm:t>
    </dgm:pt>
    <dgm:pt modelId="{87761083-7B08-457F-B50B-DA1DA88EC37D}" type="sibTrans" cxnId="{9CD91BC0-7EB8-4467-9637-5829A31F98E4}">
      <dgm:prSet/>
      <dgm:spPr/>
      <dgm:t>
        <a:bodyPr/>
        <a:lstStyle/>
        <a:p>
          <a:endParaRPr lang="en-US"/>
        </a:p>
      </dgm:t>
    </dgm:pt>
    <dgm:pt modelId="{A0051665-5E8F-4D49-B271-3B108AF37FBC}">
      <dgm:prSet/>
      <dgm:spPr/>
      <dgm:t>
        <a:bodyPr/>
        <a:lstStyle/>
        <a:p>
          <a:r>
            <a:rPr lang="en-US"/>
            <a:t>Transaction processing: ACID properties and isolation levels</a:t>
          </a:r>
        </a:p>
      </dgm:t>
    </dgm:pt>
    <dgm:pt modelId="{6BC3E539-DA80-4B5A-86C7-EB2E485AD5B7}" type="parTrans" cxnId="{D56DF12D-D826-4473-A194-C3236C421180}">
      <dgm:prSet/>
      <dgm:spPr/>
      <dgm:t>
        <a:bodyPr/>
        <a:lstStyle/>
        <a:p>
          <a:endParaRPr lang="en-US"/>
        </a:p>
      </dgm:t>
    </dgm:pt>
    <dgm:pt modelId="{FFEC14A8-9D61-44FD-9E93-24431FCAD014}" type="sibTrans" cxnId="{D56DF12D-D826-4473-A194-C3236C421180}">
      <dgm:prSet/>
      <dgm:spPr/>
      <dgm:t>
        <a:bodyPr/>
        <a:lstStyle/>
        <a:p>
          <a:endParaRPr lang="en-US"/>
        </a:p>
      </dgm:t>
    </dgm:pt>
    <dgm:pt modelId="{C55693D5-AB26-4DB0-BE66-B03CF5FD8C43}">
      <dgm:prSet/>
      <dgm:spPr/>
      <dgm:t>
        <a:bodyPr/>
        <a:lstStyle/>
        <a:p>
          <a:r>
            <a:rPr lang="en-US"/>
            <a:t>Hands-on lab preview: create views/triggers, test constraints, manage transactions</a:t>
          </a:r>
        </a:p>
      </dgm:t>
    </dgm:pt>
    <dgm:pt modelId="{55D84F66-3F89-43B5-8ACB-AABEF89AD3B8}" type="parTrans" cxnId="{839CD2CD-AB4B-4BDE-A08C-1B937C7A56D7}">
      <dgm:prSet/>
      <dgm:spPr/>
      <dgm:t>
        <a:bodyPr/>
        <a:lstStyle/>
        <a:p>
          <a:endParaRPr lang="en-US"/>
        </a:p>
      </dgm:t>
    </dgm:pt>
    <dgm:pt modelId="{971AB329-2EE6-4ADC-ACCC-1278E09801BF}" type="sibTrans" cxnId="{839CD2CD-AB4B-4BDE-A08C-1B937C7A56D7}">
      <dgm:prSet/>
      <dgm:spPr/>
      <dgm:t>
        <a:bodyPr/>
        <a:lstStyle/>
        <a:p>
          <a:endParaRPr lang="en-US"/>
        </a:p>
      </dgm:t>
    </dgm:pt>
    <dgm:pt modelId="{FF171427-D6EE-4869-AA69-E8E1D00C2B58}">
      <dgm:prSet/>
      <dgm:spPr/>
      <dgm:t>
        <a:bodyPr/>
        <a:lstStyle/>
        <a:p>
          <a:r>
            <a:rPr lang="en-US"/>
            <a:t>Kick off midterm project proposal planning</a:t>
          </a:r>
        </a:p>
      </dgm:t>
    </dgm:pt>
    <dgm:pt modelId="{8868A44C-0A08-4503-B146-73719E3E7474}" type="parTrans" cxnId="{6E52123E-8187-4B94-BFAF-92A382406F29}">
      <dgm:prSet/>
      <dgm:spPr/>
      <dgm:t>
        <a:bodyPr/>
        <a:lstStyle/>
        <a:p>
          <a:endParaRPr lang="en-US"/>
        </a:p>
      </dgm:t>
    </dgm:pt>
    <dgm:pt modelId="{47D9273A-582A-4820-9962-0C4D9A0AA004}" type="sibTrans" cxnId="{6E52123E-8187-4B94-BFAF-92A382406F29}">
      <dgm:prSet/>
      <dgm:spPr/>
      <dgm:t>
        <a:bodyPr/>
        <a:lstStyle/>
        <a:p>
          <a:endParaRPr lang="en-US"/>
        </a:p>
      </dgm:t>
    </dgm:pt>
    <dgm:pt modelId="{030B7C05-B0EA-B046-B597-2A296896C2C4}" type="pres">
      <dgm:prSet presAssocID="{CA40B071-FC91-4E2F-9D6E-FD04D07D2DFB}" presName="vert0" presStyleCnt="0">
        <dgm:presLayoutVars>
          <dgm:dir/>
          <dgm:animOne val="branch"/>
          <dgm:animLvl val="lvl"/>
        </dgm:presLayoutVars>
      </dgm:prSet>
      <dgm:spPr/>
    </dgm:pt>
    <dgm:pt modelId="{546448C1-71F9-2143-B7E3-A350BAEA2A61}" type="pres">
      <dgm:prSet presAssocID="{2DE77E54-7555-4D35-8C71-0343C5B4A94B}" presName="thickLine" presStyleLbl="alignNode1" presStyleIdx="0" presStyleCnt="5"/>
      <dgm:spPr/>
    </dgm:pt>
    <dgm:pt modelId="{AB573982-2757-924C-88A1-D07E1837C207}" type="pres">
      <dgm:prSet presAssocID="{2DE77E54-7555-4D35-8C71-0343C5B4A94B}" presName="horz1" presStyleCnt="0"/>
      <dgm:spPr/>
    </dgm:pt>
    <dgm:pt modelId="{7A6A185F-FA32-7F4E-A198-F815CB3B98B6}" type="pres">
      <dgm:prSet presAssocID="{2DE77E54-7555-4D35-8C71-0343C5B4A94B}" presName="tx1" presStyleLbl="revTx" presStyleIdx="0" presStyleCnt="5"/>
      <dgm:spPr/>
    </dgm:pt>
    <dgm:pt modelId="{650EEEB9-C538-B440-9555-B121417AB09A}" type="pres">
      <dgm:prSet presAssocID="{2DE77E54-7555-4D35-8C71-0343C5B4A94B}" presName="vert1" presStyleCnt="0"/>
      <dgm:spPr/>
    </dgm:pt>
    <dgm:pt modelId="{F086792A-E858-504C-87A9-DADC8CF2A6E4}" type="pres">
      <dgm:prSet presAssocID="{559CD5AF-77C5-4358-AE6A-60E4338306B8}" presName="thickLine" presStyleLbl="alignNode1" presStyleIdx="1" presStyleCnt="5"/>
      <dgm:spPr/>
    </dgm:pt>
    <dgm:pt modelId="{E1DA7561-0B04-4145-BB77-F7C0AB4E62E5}" type="pres">
      <dgm:prSet presAssocID="{559CD5AF-77C5-4358-AE6A-60E4338306B8}" presName="horz1" presStyleCnt="0"/>
      <dgm:spPr/>
    </dgm:pt>
    <dgm:pt modelId="{CD4A1E5C-FA8C-CE40-BF52-8DD5C60D90E7}" type="pres">
      <dgm:prSet presAssocID="{559CD5AF-77C5-4358-AE6A-60E4338306B8}" presName="tx1" presStyleLbl="revTx" presStyleIdx="1" presStyleCnt="5"/>
      <dgm:spPr/>
    </dgm:pt>
    <dgm:pt modelId="{A1950B29-6F3C-9D42-B9DD-D9D2753E8BC3}" type="pres">
      <dgm:prSet presAssocID="{559CD5AF-77C5-4358-AE6A-60E4338306B8}" presName="vert1" presStyleCnt="0"/>
      <dgm:spPr/>
    </dgm:pt>
    <dgm:pt modelId="{653D305C-B771-4B42-A0A3-B16502CF64D2}" type="pres">
      <dgm:prSet presAssocID="{A0051665-5E8F-4D49-B271-3B108AF37FBC}" presName="thickLine" presStyleLbl="alignNode1" presStyleIdx="2" presStyleCnt="5"/>
      <dgm:spPr/>
    </dgm:pt>
    <dgm:pt modelId="{748A0063-43C7-C34B-8AF3-2C8923403BAB}" type="pres">
      <dgm:prSet presAssocID="{A0051665-5E8F-4D49-B271-3B108AF37FBC}" presName="horz1" presStyleCnt="0"/>
      <dgm:spPr/>
    </dgm:pt>
    <dgm:pt modelId="{1D612D3B-D398-D641-93A9-33CBC5F99062}" type="pres">
      <dgm:prSet presAssocID="{A0051665-5E8F-4D49-B271-3B108AF37FBC}" presName="tx1" presStyleLbl="revTx" presStyleIdx="2" presStyleCnt="5"/>
      <dgm:spPr/>
    </dgm:pt>
    <dgm:pt modelId="{22D22A5B-1955-2746-AAA0-B5C0239A5870}" type="pres">
      <dgm:prSet presAssocID="{A0051665-5E8F-4D49-B271-3B108AF37FBC}" presName="vert1" presStyleCnt="0"/>
      <dgm:spPr/>
    </dgm:pt>
    <dgm:pt modelId="{94EA5712-C0FD-D149-85E1-9712ABD99D33}" type="pres">
      <dgm:prSet presAssocID="{C55693D5-AB26-4DB0-BE66-B03CF5FD8C43}" presName="thickLine" presStyleLbl="alignNode1" presStyleIdx="3" presStyleCnt="5"/>
      <dgm:spPr/>
    </dgm:pt>
    <dgm:pt modelId="{C17FC6A9-28A7-BE45-95BA-3AC47DDAFE5B}" type="pres">
      <dgm:prSet presAssocID="{C55693D5-AB26-4DB0-BE66-B03CF5FD8C43}" presName="horz1" presStyleCnt="0"/>
      <dgm:spPr/>
    </dgm:pt>
    <dgm:pt modelId="{4C07BA06-FF50-F44E-95DE-4ABAE2EEE610}" type="pres">
      <dgm:prSet presAssocID="{C55693D5-AB26-4DB0-BE66-B03CF5FD8C43}" presName="tx1" presStyleLbl="revTx" presStyleIdx="3" presStyleCnt="5"/>
      <dgm:spPr/>
    </dgm:pt>
    <dgm:pt modelId="{E6907BB2-A085-2845-927A-957170CD449E}" type="pres">
      <dgm:prSet presAssocID="{C55693D5-AB26-4DB0-BE66-B03CF5FD8C43}" presName="vert1" presStyleCnt="0"/>
      <dgm:spPr/>
    </dgm:pt>
    <dgm:pt modelId="{DFE9E8D8-4899-D448-86E4-F8602E8C1561}" type="pres">
      <dgm:prSet presAssocID="{FF171427-D6EE-4869-AA69-E8E1D00C2B58}" presName="thickLine" presStyleLbl="alignNode1" presStyleIdx="4" presStyleCnt="5"/>
      <dgm:spPr/>
    </dgm:pt>
    <dgm:pt modelId="{76B7B4F3-6237-A14C-9869-BE9F1F9DE7B3}" type="pres">
      <dgm:prSet presAssocID="{FF171427-D6EE-4869-AA69-E8E1D00C2B58}" presName="horz1" presStyleCnt="0"/>
      <dgm:spPr/>
    </dgm:pt>
    <dgm:pt modelId="{D54DD218-D888-0842-960F-0E763A5E24D2}" type="pres">
      <dgm:prSet presAssocID="{FF171427-D6EE-4869-AA69-E8E1D00C2B58}" presName="tx1" presStyleLbl="revTx" presStyleIdx="4" presStyleCnt="5"/>
      <dgm:spPr/>
    </dgm:pt>
    <dgm:pt modelId="{764725AB-6044-2D48-9889-E018C75DBDDE}" type="pres">
      <dgm:prSet presAssocID="{FF171427-D6EE-4869-AA69-E8E1D00C2B58}" presName="vert1" presStyleCnt="0"/>
      <dgm:spPr/>
    </dgm:pt>
  </dgm:ptLst>
  <dgm:cxnLst>
    <dgm:cxn modelId="{7B8D0C07-D748-E144-945B-714D3AE156AB}" type="presOf" srcId="{2DE77E54-7555-4D35-8C71-0343C5B4A94B}" destId="{7A6A185F-FA32-7F4E-A198-F815CB3B98B6}" srcOrd="0" destOrd="0" presId="urn:microsoft.com/office/officeart/2008/layout/LinedList"/>
    <dgm:cxn modelId="{46C40E20-0639-064D-A7B8-A7967F798C21}" type="presOf" srcId="{C55693D5-AB26-4DB0-BE66-B03CF5FD8C43}" destId="{4C07BA06-FF50-F44E-95DE-4ABAE2EEE610}" srcOrd="0" destOrd="0" presId="urn:microsoft.com/office/officeart/2008/layout/LinedList"/>
    <dgm:cxn modelId="{D56DF12D-D826-4473-A194-C3236C421180}" srcId="{CA40B071-FC91-4E2F-9D6E-FD04D07D2DFB}" destId="{A0051665-5E8F-4D49-B271-3B108AF37FBC}" srcOrd="2" destOrd="0" parTransId="{6BC3E539-DA80-4B5A-86C7-EB2E485AD5B7}" sibTransId="{FFEC14A8-9D61-44FD-9E93-24431FCAD014}"/>
    <dgm:cxn modelId="{6FAA0034-7A93-A34F-B10B-462B7813C841}" type="presOf" srcId="{CA40B071-FC91-4E2F-9D6E-FD04D07D2DFB}" destId="{030B7C05-B0EA-B046-B597-2A296896C2C4}" srcOrd="0" destOrd="0" presId="urn:microsoft.com/office/officeart/2008/layout/LinedList"/>
    <dgm:cxn modelId="{D225923B-026B-6B4A-A03D-3417567F8C12}" type="presOf" srcId="{A0051665-5E8F-4D49-B271-3B108AF37FBC}" destId="{1D612D3B-D398-D641-93A9-33CBC5F99062}" srcOrd="0" destOrd="0" presId="urn:microsoft.com/office/officeart/2008/layout/LinedList"/>
    <dgm:cxn modelId="{6E52123E-8187-4B94-BFAF-92A382406F29}" srcId="{CA40B071-FC91-4E2F-9D6E-FD04D07D2DFB}" destId="{FF171427-D6EE-4869-AA69-E8E1D00C2B58}" srcOrd="4" destOrd="0" parTransId="{8868A44C-0A08-4503-B146-73719E3E7474}" sibTransId="{47D9273A-582A-4820-9962-0C4D9A0AA004}"/>
    <dgm:cxn modelId="{B92EC854-B734-4249-B06D-9BA0408FE67F}" type="presOf" srcId="{559CD5AF-77C5-4358-AE6A-60E4338306B8}" destId="{CD4A1E5C-FA8C-CE40-BF52-8DD5C60D90E7}" srcOrd="0" destOrd="0" presId="urn:microsoft.com/office/officeart/2008/layout/LinedList"/>
    <dgm:cxn modelId="{1DFB1959-885A-4467-BBD5-3E71D26DD29E}" srcId="{CA40B071-FC91-4E2F-9D6E-FD04D07D2DFB}" destId="{2DE77E54-7555-4D35-8C71-0343C5B4A94B}" srcOrd="0" destOrd="0" parTransId="{82D347DF-87CF-4172-B607-FA6E1FAAEB3E}" sibTransId="{E96869BF-2B8B-4E10-9AB1-34F4AB84D35B}"/>
    <dgm:cxn modelId="{601A586F-758A-3B4F-99FE-46457FD08557}" type="presOf" srcId="{FF171427-D6EE-4869-AA69-E8E1D00C2B58}" destId="{D54DD218-D888-0842-960F-0E763A5E24D2}" srcOrd="0" destOrd="0" presId="urn:microsoft.com/office/officeart/2008/layout/LinedList"/>
    <dgm:cxn modelId="{9CD91BC0-7EB8-4467-9637-5829A31F98E4}" srcId="{CA40B071-FC91-4E2F-9D6E-FD04D07D2DFB}" destId="{559CD5AF-77C5-4358-AE6A-60E4338306B8}" srcOrd="1" destOrd="0" parTransId="{0B9B5D19-136A-46CA-A01F-403FEFCDCF70}" sibTransId="{87761083-7B08-457F-B50B-DA1DA88EC37D}"/>
    <dgm:cxn modelId="{839CD2CD-AB4B-4BDE-A08C-1B937C7A56D7}" srcId="{CA40B071-FC91-4E2F-9D6E-FD04D07D2DFB}" destId="{C55693D5-AB26-4DB0-BE66-B03CF5FD8C43}" srcOrd="3" destOrd="0" parTransId="{55D84F66-3F89-43B5-8ACB-AABEF89AD3B8}" sibTransId="{971AB329-2EE6-4ADC-ACCC-1278E09801BF}"/>
    <dgm:cxn modelId="{B2C2099D-C28E-1C49-B224-F33C715DFFEB}" type="presParOf" srcId="{030B7C05-B0EA-B046-B597-2A296896C2C4}" destId="{546448C1-71F9-2143-B7E3-A350BAEA2A61}" srcOrd="0" destOrd="0" presId="urn:microsoft.com/office/officeart/2008/layout/LinedList"/>
    <dgm:cxn modelId="{19A41D5B-5EA3-4B46-BEC0-ECADDF2CD60A}" type="presParOf" srcId="{030B7C05-B0EA-B046-B597-2A296896C2C4}" destId="{AB573982-2757-924C-88A1-D07E1837C207}" srcOrd="1" destOrd="0" presId="urn:microsoft.com/office/officeart/2008/layout/LinedList"/>
    <dgm:cxn modelId="{7CE204A7-D7CD-314E-B44F-3EE3F8B4258E}" type="presParOf" srcId="{AB573982-2757-924C-88A1-D07E1837C207}" destId="{7A6A185F-FA32-7F4E-A198-F815CB3B98B6}" srcOrd="0" destOrd="0" presId="urn:microsoft.com/office/officeart/2008/layout/LinedList"/>
    <dgm:cxn modelId="{4ED60CA4-A24D-7F46-A57F-87A6D1BEFAC9}" type="presParOf" srcId="{AB573982-2757-924C-88A1-D07E1837C207}" destId="{650EEEB9-C538-B440-9555-B121417AB09A}" srcOrd="1" destOrd="0" presId="urn:microsoft.com/office/officeart/2008/layout/LinedList"/>
    <dgm:cxn modelId="{E81BBAF4-D96F-6C4F-BE38-4994B37D888B}" type="presParOf" srcId="{030B7C05-B0EA-B046-B597-2A296896C2C4}" destId="{F086792A-E858-504C-87A9-DADC8CF2A6E4}" srcOrd="2" destOrd="0" presId="urn:microsoft.com/office/officeart/2008/layout/LinedList"/>
    <dgm:cxn modelId="{BD10CE2F-E1DE-1E46-A52B-7C2E189BE90D}" type="presParOf" srcId="{030B7C05-B0EA-B046-B597-2A296896C2C4}" destId="{E1DA7561-0B04-4145-BB77-F7C0AB4E62E5}" srcOrd="3" destOrd="0" presId="urn:microsoft.com/office/officeart/2008/layout/LinedList"/>
    <dgm:cxn modelId="{36426ED2-A053-3748-B28B-2938D30F6FCD}" type="presParOf" srcId="{E1DA7561-0B04-4145-BB77-F7C0AB4E62E5}" destId="{CD4A1E5C-FA8C-CE40-BF52-8DD5C60D90E7}" srcOrd="0" destOrd="0" presId="urn:microsoft.com/office/officeart/2008/layout/LinedList"/>
    <dgm:cxn modelId="{E285B294-8967-344F-9239-D2B7272BEB83}" type="presParOf" srcId="{E1DA7561-0B04-4145-BB77-F7C0AB4E62E5}" destId="{A1950B29-6F3C-9D42-B9DD-D9D2753E8BC3}" srcOrd="1" destOrd="0" presId="urn:microsoft.com/office/officeart/2008/layout/LinedList"/>
    <dgm:cxn modelId="{B20B1453-8323-6A48-A272-445CF200ABB9}" type="presParOf" srcId="{030B7C05-B0EA-B046-B597-2A296896C2C4}" destId="{653D305C-B771-4B42-A0A3-B16502CF64D2}" srcOrd="4" destOrd="0" presId="urn:microsoft.com/office/officeart/2008/layout/LinedList"/>
    <dgm:cxn modelId="{FB5DA960-D625-774F-80DE-1B1A5036ADBE}" type="presParOf" srcId="{030B7C05-B0EA-B046-B597-2A296896C2C4}" destId="{748A0063-43C7-C34B-8AF3-2C8923403BAB}" srcOrd="5" destOrd="0" presId="urn:microsoft.com/office/officeart/2008/layout/LinedList"/>
    <dgm:cxn modelId="{172C6985-3FE8-7E47-ADF3-574003CAF2A4}" type="presParOf" srcId="{748A0063-43C7-C34B-8AF3-2C8923403BAB}" destId="{1D612D3B-D398-D641-93A9-33CBC5F99062}" srcOrd="0" destOrd="0" presId="urn:microsoft.com/office/officeart/2008/layout/LinedList"/>
    <dgm:cxn modelId="{8D1A070B-4A9D-454B-B620-CE0AFD32523E}" type="presParOf" srcId="{748A0063-43C7-C34B-8AF3-2C8923403BAB}" destId="{22D22A5B-1955-2746-AAA0-B5C0239A5870}" srcOrd="1" destOrd="0" presId="urn:microsoft.com/office/officeart/2008/layout/LinedList"/>
    <dgm:cxn modelId="{98498B7E-0A9B-054E-A9B1-A85C59F22C2E}" type="presParOf" srcId="{030B7C05-B0EA-B046-B597-2A296896C2C4}" destId="{94EA5712-C0FD-D149-85E1-9712ABD99D33}" srcOrd="6" destOrd="0" presId="urn:microsoft.com/office/officeart/2008/layout/LinedList"/>
    <dgm:cxn modelId="{7ECB8412-C011-2F4B-8FD8-02CEBC411DC7}" type="presParOf" srcId="{030B7C05-B0EA-B046-B597-2A296896C2C4}" destId="{C17FC6A9-28A7-BE45-95BA-3AC47DDAFE5B}" srcOrd="7" destOrd="0" presId="urn:microsoft.com/office/officeart/2008/layout/LinedList"/>
    <dgm:cxn modelId="{9734E962-966A-844B-A50B-841B5D037DE0}" type="presParOf" srcId="{C17FC6A9-28A7-BE45-95BA-3AC47DDAFE5B}" destId="{4C07BA06-FF50-F44E-95DE-4ABAE2EEE610}" srcOrd="0" destOrd="0" presId="urn:microsoft.com/office/officeart/2008/layout/LinedList"/>
    <dgm:cxn modelId="{10553147-675A-BB41-8555-C578A0B4571F}" type="presParOf" srcId="{C17FC6A9-28A7-BE45-95BA-3AC47DDAFE5B}" destId="{E6907BB2-A085-2845-927A-957170CD449E}" srcOrd="1" destOrd="0" presId="urn:microsoft.com/office/officeart/2008/layout/LinedList"/>
    <dgm:cxn modelId="{5897950D-F1A8-7643-8FFA-7F768DC81B21}" type="presParOf" srcId="{030B7C05-B0EA-B046-B597-2A296896C2C4}" destId="{DFE9E8D8-4899-D448-86E4-F8602E8C1561}" srcOrd="8" destOrd="0" presId="urn:microsoft.com/office/officeart/2008/layout/LinedList"/>
    <dgm:cxn modelId="{0643403E-4597-EE4B-8888-B54E1F3DF936}" type="presParOf" srcId="{030B7C05-B0EA-B046-B597-2A296896C2C4}" destId="{76B7B4F3-6237-A14C-9869-BE9F1F9DE7B3}" srcOrd="9" destOrd="0" presId="urn:microsoft.com/office/officeart/2008/layout/LinedList"/>
    <dgm:cxn modelId="{950691FC-78EF-AB42-89A0-832DDCE6A2BB}" type="presParOf" srcId="{76B7B4F3-6237-A14C-9869-BE9F1F9DE7B3}" destId="{D54DD218-D888-0842-960F-0E763A5E24D2}" srcOrd="0" destOrd="0" presId="urn:microsoft.com/office/officeart/2008/layout/LinedList"/>
    <dgm:cxn modelId="{995A9FDC-1EE4-B34A-8B24-C270D5A90640}" type="presParOf" srcId="{76B7B4F3-6237-A14C-9869-BE9F1F9DE7B3}" destId="{764725AB-6044-2D48-9889-E018C75DBDD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7F4FC50-A4D7-477B-A4CE-5E6B14197CF6}"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58EC1F2A-E2A1-40A6-A9A9-4DE119B15A5B}">
      <dgm:prSet/>
      <dgm:spPr/>
      <dgm:t>
        <a:bodyPr/>
        <a:lstStyle/>
        <a:p>
          <a:r>
            <a:rPr lang="en-US"/>
            <a:t>Functions: reusable logic executed on the server, authored in SQL or PL/pgSQL</a:t>
          </a:r>
        </a:p>
      </dgm:t>
    </dgm:pt>
    <dgm:pt modelId="{75C97590-8E59-4F10-B31D-BB1D5CBF48D6}" type="parTrans" cxnId="{5F2D67FE-DD1E-4E48-B27C-EBDBE163F9B2}">
      <dgm:prSet/>
      <dgm:spPr/>
      <dgm:t>
        <a:bodyPr/>
        <a:lstStyle/>
        <a:p>
          <a:endParaRPr lang="en-US"/>
        </a:p>
      </dgm:t>
    </dgm:pt>
    <dgm:pt modelId="{B7A847DA-4F8D-430D-ADC7-FFDFCE5B417B}" type="sibTrans" cxnId="{5F2D67FE-DD1E-4E48-B27C-EBDBE163F9B2}">
      <dgm:prSet/>
      <dgm:spPr/>
      <dgm:t>
        <a:bodyPr/>
        <a:lstStyle/>
        <a:p>
          <a:endParaRPr lang="en-US"/>
        </a:p>
      </dgm:t>
    </dgm:pt>
    <dgm:pt modelId="{30735529-9752-4883-8780-37FD859E65F4}">
      <dgm:prSet/>
      <dgm:spPr/>
      <dgm:t>
        <a:bodyPr/>
        <a:lstStyle/>
        <a:p>
          <a:r>
            <a:rPr lang="en-US"/>
            <a:t>Views: saved query abstractions that secure and simplify data access</a:t>
          </a:r>
        </a:p>
      </dgm:t>
    </dgm:pt>
    <dgm:pt modelId="{ACBCE403-DF0D-46A8-B073-23BB35145537}" type="parTrans" cxnId="{6AEAA7C1-96B7-469C-888C-D4DF0F4BCD94}">
      <dgm:prSet/>
      <dgm:spPr/>
      <dgm:t>
        <a:bodyPr/>
        <a:lstStyle/>
        <a:p>
          <a:endParaRPr lang="en-US"/>
        </a:p>
      </dgm:t>
    </dgm:pt>
    <dgm:pt modelId="{E05FD612-5EF0-436D-9328-D1FC6A16C496}" type="sibTrans" cxnId="{6AEAA7C1-96B7-469C-888C-D4DF0F4BCD94}">
      <dgm:prSet/>
      <dgm:spPr/>
      <dgm:t>
        <a:bodyPr/>
        <a:lstStyle/>
        <a:p>
          <a:endParaRPr lang="en-US"/>
        </a:p>
      </dgm:t>
    </dgm:pt>
    <dgm:pt modelId="{2CDF6FE2-2D22-426A-8FB6-3A3294F72389}">
      <dgm:prSet/>
      <dgm:spPr/>
      <dgm:t>
        <a:bodyPr/>
        <a:lstStyle/>
        <a:p>
          <a:r>
            <a:rPr lang="en-US"/>
            <a:t>Triggers: event-driven hooks invoking functions before/after DML</a:t>
          </a:r>
        </a:p>
      </dgm:t>
    </dgm:pt>
    <dgm:pt modelId="{22B78D3C-D8B3-492A-BE33-6ECB83F499FA}" type="parTrans" cxnId="{8B76D16C-70BE-4434-A881-C6B3AEFDA8A4}">
      <dgm:prSet/>
      <dgm:spPr/>
      <dgm:t>
        <a:bodyPr/>
        <a:lstStyle/>
        <a:p>
          <a:endParaRPr lang="en-US"/>
        </a:p>
      </dgm:t>
    </dgm:pt>
    <dgm:pt modelId="{B35E0DD5-ECA0-48D7-A033-8DAEEDABCD24}" type="sibTrans" cxnId="{8B76D16C-70BE-4434-A881-C6B3AEFDA8A4}">
      <dgm:prSet/>
      <dgm:spPr/>
      <dgm:t>
        <a:bodyPr/>
        <a:lstStyle/>
        <a:p>
          <a:endParaRPr lang="en-US"/>
        </a:p>
      </dgm:t>
    </dgm:pt>
    <dgm:pt modelId="{40E115E1-2D32-4252-A5DD-A012920E0729}">
      <dgm:prSet/>
      <dgm:spPr/>
      <dgm:t>
        <a:bodyPr/>
        <a:lstStyle/>
        <a:p>
          <a:r>
            <a:rPr lang="en-US"/>
            <a:t>Constraints: declarative guards ensuring structural and business integrity</a:t>
          </a:r>
        </a:p>
      </dgm:t>
    </dgm:pt>
    <dgm:pt modelId="{6737C5A0-A485-4934-B31B-F8D62E41B0BC}" type="parTrans" cxnId="{BF3FE7FD-4B61-4D8B-9B2B-3B41B36C5DC5}">
      <dgm:prSet/>
      <dgm:spPr/>
      <dgm:t>
        <a:bodyPr/>
        <a:lstStyle/>
        <a:p>
          <a:endParaRPr lang="en-US"/>
        </a:p>
      </dgm:t>
    </dgm:pt>
    <dgm:pt modelId="{6B61D7AA-3B43-45D1-8F2A-0DB03A08C653}" type="sibTrans" cxnId="{BF3FE7FD-4B61-4D8B-9B2B-3B41B36C5DC5}">
      <dgm:prSet/>
      <dgm:spPr/>
      <dgm:t>
        <a:bodyPr/>
        <a:lstStyle/>
        <a:p>
          <a:endParaRPr lang="en-US"/>
        </a:p>
      </dgm:t>
    </dgm:pt>
    <dgm:pt modelId="{59D398DD-E128-416C-B041-E6412AA66FBC}">
      <dgm:prSet/>
      <dgm:spPr/>
      <dgm:t>
        <a:bodyPr/>
        <a:lstStyle/>
        <a:p>
          <a:r>
            <a:rPr lang="en-US"/>
            <a:t>Transactions: atomic units of work that maintain database consistency</a:t>
          </a:r>
        </a:p>
      </dgm:t>
    </dgm:pt>
    <dgm:pt modelId="{E994A6E7-E501-4636-B92B-00805599C441}" type="parTrans" cxnId="{37DE6A62-E647-4583-B342-74A280800C65}">
      <dgm:prSet/>
      <dgm:spPr/>
      <dgm:t>
        <a:bodyPr/>
        <a:lstStyle/>
        <a:p>
          <a:endParaRPr lang="en-US"/>
        </a:p>
      </dgm:t>
    </dgm:pt>
    <dgm:pt modelId="{850F75A1-A565-4CF4-B73F-BF8B0F97A556}" type="sibTrans" cxnId="{37DE6A62-E647-4583-B342-74A280800C65}">
      <dgm:prSet/>
      <dgm:spPr/>
      <dgm:t>
        <a:bodyPr/>
        <a:lstStyle/>
        <a:p>
          <a:endParaRPr lang="en-US"/>
        </a:p>
      </dgm:t>
    </dgm:pt>
    <dgm:pt modelId="{2553A86B-188F-9740-8948-A824B8283874}" type="pres">
      <dgm:prSet presAssocID="{F7F4FC50-A4D7-477B-A4CE-5E6B14197CF6}" presName="linear" presStyleCnt="0">
        <dgm:presLayoutVars>
          <dgm:animLvl val="lvl"/>
          <dgm:resizeHandles val="exact"/>
        </dgm:presLayoutVars>
      </dgm:prSet>
      <dgm:spPr/>
    </dgm:pt>
    <dgm:pt modelId="{A048A05A-15B0-BD4D-95EC-C47F5E470C0B}" type="pres">
      <dgm:prSet presAssocID="{58EC1F2A-E2A1-40A6-A9A9-4DE119B15A5B}" presName="parentText" presStyleLbl="node1" presStyleIdx="0" presStyleCnt="5">
        <dgm:presLayoutVars>
          <dgm:chMax val="0"/>
          <dgm:bulletEnabled val="1"/>
        </dgm:presLayoutVars>
      </dgm:prSet>
      <dgm:spPr/>
    </dgm:pt>
    <dgm:pt modelId="{E0247C26-4FA6-3E49-960F-A844B112DB56}" type="pres">
      <dgm:prSet presAssocID="{B7A847DA-4F8D-430D-ADC7-FFDFCE5B417B}" presName="spacer" presStyleCnt="0"/>
      <dgm:spPr/>
    </dgm:pt>
    <dgm:pt modelId="{86DA92F2-3698-3146-A1A2-C0C522D73138}" type="pres">
      <dgm:prSet presAssocID="{30735529-9752-4883-8780-37FD859E65F4}" presName="parentText" presStyleLbl="node1" presStyleIdx="1" presStyleCnt="5">
        <dgm:presLayoutVars>
          <dgm:chMax val="0"/>
          <dgm:bulletEnabled val="1"/>
        </dgm:presLayoutVars>
      </dgm:prSet>
      <dgm:spPr/>
    </dgm:pt>
    <dgm:pt modelId="{3D3485A6-D236-444A-A632-F3DE4C532C39}" type="pres">
      <dgm:prSet presAssocID="{E05FD612-5EF0-436D-9328-D1FC6A16C496}" presName="spacer" presStyleCnt="0"/>
      <dgm:spPr/>
    </dgm:pt>
    <dgm:pt modelId="{4178A90C-2881-AA49-9362-1EA606729CAF}" type="pres">
      <dgm:prSet presAssocID="{2CDF6FE2-2D22-426A-8FB6-3A3294F72389}" presName="parentText" presStyleLbl="node1" presStyleIdx="2" presStyleCnt="5">
        <dgm:presLayoutVars>
          <dgm:chMax val="0"/>
          <dgm:bulletEnabled val="1"/>
        </dgm:presLayoutVars>
      </dgm:prSet>
      <dgm:spPr/>
    </dgm:pt>
    <dgm:pt modelId="{D5854DD3-F305-6846-BB48-AE8E183AE4EB}" type="pres">
      <dgm:prSet presAssocID="{B35E0DD5-ECA0-48D7-A033-8DAEEDABCD24}" presName="spacer" presStyleCnt="0"/>
      <dgm:spPr/>
    </dgm:pt>
    <dgm:pt modelId="{EC5B3D7E-0DEC-9A47-811C-A8304782B95D}" type="pres">
      <dgm:prSet presAssocID="{40E115E1-2D32-4252-A5DD-A012920E0729}" presName="parentText" presStyleLbl="node1" presStyleIdx="3" presStyleCnt="5">
        <dgm:presLayoutVars>
          <dgm:chMax val="0"/>
          <dgm:bulletEnabled val="1"/>
        </dgm:presLayoutVars>
      </dgm:prSet>
      <dgm:spPr/>
    </dgm:pt>
    <dgm:pt modelId="{CF1B3CEA-B82E-F64D-BB60-76217F3D8C73}" type="pres">
      <dgm:prSet presAssocID="{6B61D7AA-3B43-45D1-8F2A-0DB03A08C653}" presName="spacer" presStyleCnt="0"/>
      <dgm:spPr/>
    </dgm:pt>
    <dgm:pt modelId="{5691B3A0-EF36-054F-9A2A-74B9E8442029}" type="pres">
      <dgm:prSet presAssocID="{59D398DD-E128-416C-B041-E6412AA66FBC}" presName="parentText" presStyleLbl="node1" presStyleIdx="4" presStyleCnt="5">
        <dgm:presLayoutVars>
          <dgm:chMax val="0"/>
          <dgm:bulletEnabled val="1"/>
        </dgm:presLayoutVars>
      </dgm:prSet>
      <dgm:spPr/>
    </dgm:pt>
  </dgm:ptLst>
  <dgm:cxnLst>
    <dgm:cxn modelId="{76BD7511-533B-064F-AFD6-BDB4DEDD0DCC}" type="presOf" srcId="{59D398DD-E128-416C-B041-E6412AA66FBC}" destId="{5691B3A0-EF36-054F-9A2A-74B9E8442029}" srcOrd="0" destOrd="0" presId="urn:microsoft.com/office/officeart/2005/8/layout/vList2"/>
    <dgm:cxn modelId="{34409E23-D626-4B41-819E-9A1FED8AFE73}" type="presOf" srcId="{30735529-9752-4883-8780-37FD859E65F4}" destId="{86DA92F2-3698-3146-A1A2-C0C522D73138}" srcOrd="0" destOrd="0" presId="urn:microsoft.com/office/officeart/2005/8/layout/vList2"/>
    <dgm:cxn modelId="{37DE6A62-E647-4583-B342-74A280800C65}" srcId="{F7F4FC50-A4D7-477B-A4CE-5E6B14197CF6}" destId="{59D398DD-E128-416C-B041-E6412AA66FBC}" srcOrd="4" destOrd="0" parTransId="{E994A6E7-E501-4636-B92B-00805599C441}" sibTransId="{850F75A1-A565-4CF4-B73F-BF8B0F97A556}"/>
    <dgm:cxn modelId="{8B76D16C-70BE-4434-A881-C6B3AEFDA8A4}" srcId="{F7F4FC50-A4D7-477B-A4CE-5E6B14197CF6}" destId="{2CDF6FE2-2D22-426A-8FB6-3A3294F72389}" srcOrd="2" destOrd="0" parTransId="{22B78D3C-D8B3-492A-BE33-6ECB83F499FA}" sibTransId="{B35E0DD5-ECA0-48D7-A033-8DAEEDABCD24}"/>
    <dgm:cxn modelId="{9B797476-213F-0147-949B-B5A8DC54F3DE}" type="presOf" srcId="{F7F4FC50-A4D7-477B-A4CE-5E6B14197CF6}" destId="{2553A86B-188F-9740-8948-A824B8283874}" srcOrd="0" destOrd="0" presId="urn:microsoft.com/office/officeart/2005/8/layout/vList2"/>
    <dgm:cxn modelId="{A85AED7F-BB81-124C-91CA-50F9A5397615}" type="presOf" srcId="{58EC1F2A-E2A1-40A6-A9A9-4DE119B15A5B}" destId="{A048A05A-15B0-BD4D-95EC-C47F5E470C0B}" srcOrd="0" destOrd="0" presId="urn:microsoft.com/office/officeart/2005/8/layout/vList2"/>
    <dgm:cxn modelId="{D52A8E94-D763-B042-88F3-E18F0A085B9F}" type="presOf" srcId="{40E115E1-2D32-4252-A5DD-A012920E0729}" destId="{EC5B3D7E-0DEC-9A47-811C-A8304782B95D}" srcOrd="0" destOrd="0" presId="urn:microsoft.com/office/officeart/2005/8/layout/vList2"/>
    <dgm:cxn modelId="{6AEAA7C1-96B7-469C-888C-D4DF0F4BCD94}" srcId="{F7F4FC50-A4D7-477B-A4CE-5E6B14197CF6}" destId="{30735529-9752-4883-8780-37FD859E65F4}" srcOrd="1" destOrd="0" parTransId="{ACBCE403-DF0D-46A8-B073-23BB35145537}" sibTransId="{E05FD612-5EF0-436D-9328-D1FC6A16C496}"/>
    <dgm:cxn modelId="{7DDF54F6-9DB4-0145-BE51-826143746686}" type="presOf" srcId="{2CDF6FE2-2D22-426A-8FB6-3A3294F72389}" destId="{4178A90C-2881-AA49-9362-1EA606729CAF}" srcOrd="0" destOrd="0" presId="urn:microsoft.com/office/officeart/2005/8/layout/vList2"/>
    <dgm:cxn modelId="{BF3FE7FD-4B61-4D8B-9B2B-3B41B36C5DC5}" srcId="{F7F4FC50-A4D7-477B-A4CE-5E6B14197CF6}" destId="{40E115E1-2D32-4252-A5DD-A012920E0729}" srcOrd="3" destOrd="0" parTransId="{6737C5A0-A485-4934-B31B-F8D62E41B0BC}" sibTransId="{6B61D7AA-3B43-45D1-8F2A-0DB03A08C653}"/>
    <dgm:cxn modelId="{5F2D67FE-DD1E-4E48-B27C-EBDBE163F9B2}" srcId="{F7F4FC50-A4D7-477B-A4CE-5E6B14197CF6}" destId="{58EC1F2A-E2A1-40A6-A9A9-4DE119B15A5B}" srcOrd="0" destOrd="0" parTransId="{75C97590-8E59-4F10-B31D-BB1D5CBF48D6}" sibTransId="{B7A847DA-4F8D-430D-ADC7-FFDFCE5B417B}"/>
    <dgm:cxn modelId="{E9CE3AC0-943F-874E-AE06-81E27C0BB6C8}" type="presParOf" srcId="{2553A86B-188F-9740-8948-A824B8283874}" destId="{A048A05A-15B0-BD4D-95EC-C47F5E470C0B}" srcOrd="0" destOrd="0" presId="urn:microsoft.com/office/officeart/2005/8/layout/vList2"/>
    <dgm:cxn modelId="{1E9C22DD-D2B3-2947-ABA4-32BC844B2EB0}" type="presParOf" srcId="{2553A86B-188F-9740-8948-A824B8283874}" destId="{E0247C26-4FA6-3E49-960F-A844B112DB56}" srcOrd="1" destOrd="0" presId="urn:microsoft.com/office/officeart/2005/8/layout/vList2"/>
    <dgm:cxn modelId="{E1C47C38-BDA7-DF4F-8B11-C785830BBD0E}" type="presParOf" srcId="{2553A86B-188F-9740-8948-A824B8283874}" destId="{86DA92F2-3698-3146-A1A2-C0C522D73138}" srcOrd="2" destOrd="0" presId="urn:microsoft.com/office/officeart/2005/8/layout/vList2"/>
    <dgm:cxn modelId="{9AAEC4E0-9C81-E14E-84F7-A5EF02A296BA}" type="presParOf" srcId="{2553A86B-188F-9740-8948-A824B8283874}" destId="{3D3485A6-D236-444A-A632-F3DE4C532C39}" srcOrd="3" destOrd="0" presId="urn:microsoft.com/office/officeart/2005/8/layout/vList2"/>
    <dgm:cxn modelId="{6B5FBC18-D1BD-1346-B86A-9C1FA037AC5A}" type="presParOf" srcId="{2553A86B-188F-9740-8948-A824B8283874}" destId="{4178A90C-2881-AA49-9362-1EA606729CAF}" srcOrd="4" destOrd="0" presId="urn:microsoft.com/office/officeart/2005/8/layout/vList2"/>
    <dgm:cxn modelId="{037DCF78-2F5D-B641-89CD-A16741B3814B}" type="presParOf" srcId="{2553A86B-188F-9740-8948-A824B8283874}" destId="{D5854DD3-F305-6846-BB48-AE8E183AE4EB}" srcOrd="5" destOrd="0" presId="urn:microsoft.com/office/officeart/2005/8/layout/vList2"/>
    <dgm:cxn modelId="{B17E016D-8CF7-D347-B967-25859AF18FBB}" type="presParOf" srcId="{2553A86B-188F-9740-8948-A824B8283874}" destId="{EC5B3D7E-0DEC-9A47-811C-A8304782B95D}" srcOrd="6" destOrd="0" presId="urn:microsoft.com/office/officeart/2005/8/layout/vList2"/>
    <dgm:cxn modelId="{1B533960-073B-8D44-82D8-E397A3B676C7}" type="presParOf" srcId="{2553A86B-188F-9740-8948-A824B8283874}" destId="{CF1B3CEA-B82E-F64D-BB60-76217F3D8C73}" srcOrd="7" destOrd="0" presId="urn:microsoft.com/office/officeart/2005/8/layout/vList2"/>
    <dgm:cxn modelId="{A7C0A7B1-BC9A-E548-A795-CA89EC2EB048}" type="presParOf" srcId="{2553A86B-188F-9740-8948-A824B8283874}" destId="{5691B3A0-EF36-054F-9A2A-74B9E8442029}"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EB87713-69EC-4858-B466-BF0CD49BA45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2DD04DFD-7709-45FC-8190-C59D86D86283}">
      <dgm:prSet/>
      <dgm:spPr/>
      <dgm:t>
        <a:bodyPr/>
        <a:lstStyle/>
        <a:p>
          <a:r>
            <a:rPr lang="en-US"/>
            <a:t>Languages: SQL for simple expressions, PL/pgSQL for procedural logic, extensions for Python/JavaScript</a:t>
          </a:r>
        </a:p>
      </dgm:t>
    </dgm:pt>
    <dgm:pt modelId="{B82608B9-CD93-44AA-9ABF-2D071AE1CCE8}" type="parTrans" cxnId="{19E4CA49-B770-4E1F-9478-AF1B203D33EF}">
      <dgm:prSet/>
      <dgm:spPr/>
      <dgm:t>
        <a:bodyPr/>
        <a:lstStyle/>
        <a:p>
          <a:endParaRPr lang="en-US"/>
        </a:p>
      </dgm:t>
    </dgm:pt>
    <dgm:pt modelId="{43D37655-F008-4EE2-A319-1560260E2864}" type="sibTrans" cxnId="{19E4CA49-B770-4E1F-9478-AF1B203D33EF}">
      <dgm:prSet/>
      <dgm:spPr/>
      <dgm:t>
        <a:bodyPr/>
        <a:lstStyle/>
        <a:p>
          <a:endParaRPr lang="en-US"/>
        </a:p>
      </dgm:t>
    </dgm:pt>
    <dgm:pt modelId="{055F48AD-5CB1-43CB-BC68-11AF0F8F636B}">
      <dgm:prSet/>
      <dgm:spPr/>
      <dgm:t>
        <a:bodyPr/>
        <a:lstStyle/>
        <a:p>
          <a:r>
            <a:rPr lang="en-US"/>
            <a:t>Volatility categories control planner assumptions (`IMMUTABLE`, `STABLE`, `VOLATILE`)</a:t>
          </a:r>
        </a:p>
      </dgm:t>
    </dgm:pt>
    <dgm:pt modelId="{35FE3070-9A6C-4E35-8D2E-34C5C001FB01}" type="parTrans" cxnId="{E9BC555F-5735-4419-B248-BEED6107C876}">
      <dgm:prSet/>
      <dgm:spPr/>
      <dgm:t>
        <a:bodyPr/>
        <a:lstStyle/>
        <a:p>
          <a:endParaRPr lang="en-US"/>
        </a:p>
      </dgm:t>
    </dgm:pt>
    <dgm:pt modelId="{01A6D049-0EEB-4FE8-8618-3D8321001118}" type="sibTrans" cxnId="{E9BC555F-5735-4419-B248-BEED6107C876}">
      <dgm:prSet/>
      <dgm:spPr/>
      <dgm:t>
        <a:bodyPr/>
        <a:lstStyle/>
        <a:p>
          <a:endParaRPr lang="en-US"/>
        </a:p>
      </dgm:t>
    </dgm:pt>
    <dgm:pt modelId="{4F178163-7898-4101-B39D-E48F102F35F6}">
      <dgm:prSet/>
      <dgm:spPr/>
      <dgm:t>
        <a:bodyPr/>
        <a:lstStyle/>
        <a:p>
          <a:r>
            <a:rPr lang="en-US"/>
            <a:t>Parameter mode support (`IN`, `OUT`, `VARIADIC`) and default values</a:t>
          </a:r>
        </a:p>
      </dgm:t>
    </dgm:pt>
    <dgm:pt modelId="{F333585E-E110-4BC7-9087-381B6594765B}" type="parTrans" cxnId="{30E98CB8-69E9-41ED-8BB6-ADB31371A23A}">
      <dgm:prSet/>
      <dgm:spPr/>
      <dgm:t>
        <a:bodyPr/>
        <a:lstStyle/>
        <a:p>
          <a:endParaRPr lang="en-US"/>
        </a:p>
      </dgm:t>
    </dgm:pt>
    <dgm:pt modelId="{08E3E0AF-1214-4D21-92FF-F434C95F2EA2}" type="sibTrans" cxnId="{30E98CB8-69E9-41ED-8BB6-ADB31371A23A}">
      <dgm:prSet/>
      <dgm:spPr/>
      <dgm:t>
        <a:bodyPr/>
        <a:lstStyle/>
        <a:p>
          <a:endParaRPr lang="en-US"/>
        </a:p>
      </dgm:t>
    </dgm:pt>
    <dgm:pt modelId="{52B9EC64-2CFC-481B-9AF2-50CBF5D9F6AF}">
      <dgm:prSet/>
      <dgm:spPr/>
      <dgm:t>
        <a:bodyPr/>
        <a:lstStyle/>
        <a:p>
          <a:r>
            <a:rPr lang="en-US"/>
            <a:t>Security context: `SECURITY INVOKER` (default) vs `SECURITY DEFINER` for elevated tasks</a:t>
          </a:r>
        </a:p>
      </dgm:t>
    </dgm:pt>
    <dgm:pt modelId="{EAF56A2D-B612-4EBD-AA6E-844898592A59}" type="parTrans" cxnId="{B46C3E11-D34A-4CBC-8869-88AD195EA9AC}">
      <dgm:prSet/>
      <dgm:spPr/>
      <dgm:t>
        <a:bodyPr/>
        <a:lstStyle/>
        <a:p>
          <a:endParaRPr lang="en-US"/>
        </a:p>
      </dgm:t>
    </dgm:pt>
    <dgm:pt modelId="{EAE6B122-5CE7-4DD8-B574-9BF6905ED7C2}" type="sibTrans" cxnId="{B46C3E11-D34A-4CBC-8869-88AD195EA9AC}">
      <dgm:prSet/>
      <dgm:spPr/>
      <dgm:t>
        <a:bodyPr/>
        <a:lstStyle/>
        <a:p>
          <a:endParaRPr lang="en-US"/>
        </a:p>
      </dgm:t>
    </dgm:pt>
    <dgm:pt modelId="{91F2F837-2FB6-3E4C-BE1F-EB793689EE0B}" type="pres">
      <dgm:prSet presAssocID="{EEB87713-69EC-4858-B466-BF0CD49BA452}" presName="linear" presStyleCnt="0">
        <dgm:presLayoutVars>
          <dgm:animLvl val="lvl"/>
          <dgm:resizeHandles val="exact"/>
        </dgm:presLayoutVars>
      </dgm:prSet>
      <dgm:spPr/>
    </dgm:pt>
    <dgm:pt modelId="{B943A295-2C9F-4248-9241-B5C51FDED255}" type="pres">
      <dgm:prSet presAssocID="{2DD04DFD-7709-45FC-8190-C59D86D86283}" presName="parentText" presStyleLbl="node1" presStyleIdx="0" presStyleCnt="4">
        <dgm:presLayoutVars>
          <dgm:chMax val="0"/>
          <dgm:bulletEnabled val="1"/>
        </dgm:presLayoutVars>
      </dgm:prSet>
      <dgm:spPr/>
    </dgm:pt>
    <dgm:pt modelId="{524A0C50-D543-BD40-A8AD-A5A2196CD9FC}" type="pres">
      <dgm:prSet presAssocID="{43D37655-F008-4EE2-A319-1560260E2864}" presName="spacer" presStyleCnt="0"/>
      <dgm:spPr/>
    </dgm:pt>
    <dgm:pt modelId="{D1D640DE-7D40-7F4F-A840-DAD69512F3F6}" type="pres">
      <dgm:prSet presAssocID="{055F48AD-5CB1-43CB-BC68-11AF0F8F636B}" presName="parentText" presStyleLbl="node1" presStyleIdx="1" presStyleCnt="4">
        <dgm:presLayoutVars>
          <dgm:chMax val="0"/>
          <dgm:bulletEnabled val="1"/>
        </dgm:presLayoutVars>
      </dgm:prSet>
      <dgm:spPr/>
    </dgm:pt>
    <dgm:pt modelId="{F511EB1C-8F43-594F-87C0-47A982971F97}" type="pres">
      <dgm:prSet presAssocID="{01A6D049-0EEB-4FE8-8618-3D8321001118}" presName="spacer" presStyleCnt="0"/>
      <dgm:spPr/>
    </dgm:pt>
    <dgm:pt modelId="{0C5A5200-884A-784A-ABC3-0AD42037D195}" type="pres">
      <dgm:prSet presAssocID="{4F178163-7898-4101-B39D-E48F102F35F6}" presName="parentText" presStyleLbl="node1" presStyleIdx="2" presStyleCnt="4">
        <dgm:presLayoutVars>
          <dgm:chMax val="0"/>
          <dgm:bulletEnabled val="1"/>
        </dgm:presLayoutVars>
      </dgm:prSet>
      <dgm:spPr/>
    </dgm:pt>
    <dgm:pt modelId="{859D363F-BD4B-5A44-8F50-F90DC929E591}" type="pres">
      <dgm:prSet presAssocID="{08E3E0AF-1214-4D21-92FF-F434C95F2EA2}" presName="spacer" presStyleCnt="0"/>
      <dgm:spPr/>
    </dgm:pt>
    <dgm:pt modelId="{53E540EF-9DD7-494E-A0DD-4C387DE61BEE}" type="pres">
      <dgm:prSet presAssocID="{52B9EC64-2CFC-481B-9AF2-50CBF5D9F6AF}" presName="parentText" presStyleLbl="node1" presStyleIdx="3" presStyleCnt="4">
        <dgm:presLayoutVars>
          <dgm:chMax val="0"/>
          <dgm:bulletEnabled val="1"/>
        </dgm:presLayoutVars>
      </dgm:prSet>
      <dgm:spPr/>
    </dgm:pt>
  </dgm:ptLst>
  <dgm:cxnLst>
    <dgm:cxn modelId="{B46C3E11-D34A-4CBC-8869-88AD195EA9AC}" srcId="{EEB87713-69EC-4858-B466-BF0CD49BA452}" destId="{52B9EC64-2CFC-481B-9AF2-50CBF5D9F6AF}" srcOrd="3" destOrd="0" parTransId="{EAF56A2D-B612-4EBD-AA6E-844898592A59}" sibTransId="{EAE6B122-5CE7-4DD8-B574-9BF6905ED7C2}"/>
    <dgm:cxn modelId="{EDC75D1A-5AB2-B140-97B9-FFFA3C67B5A5}" type="presOf" srcId="{2DD04DFD-7709-45FC-8190-C59D86D86283}" destId="{B943A295-2C9F-4248-9241-B5C51FDED255}" srcOrd="0" destOrd="0" presId="urn:microsoft.com/office/officeart/2005/8/layout/vList2"/>
    <dgm:cxn modelId="{19E4CA49-B770-4E1F-9478-AF1B203D33EF}" srcId="{EEB87713-69EC-4858-B466-BF0CD49BA452}" destId="{2DD04DFD-7709-45FC-8190-C59D86D86283}" srcOrd="0" destOrd="0" parTransId="{B82608B9-CD93-44AA-9ABF-2D071AE1CCE8}" sibTransId="{43D37655-F008-4EE2-A319-1560260E2864}"/>
    <dgm:cxn modelId="{DF0EB755-B5F1-AB49-A744-82FAFB2E1FF3}" type="presOf" srcId="{4F178163-7898-4101-B39D-E48F102F35F6}" destId="{0C5A5200-884A-784A-ABC3-0AD42037D195}" srcOrd="0" destOrd="0" presId="urn:microsoft.com/office/officeart/2005/8/layout/vList2"/>
    <dgm:cxn modelId="{E9BC555F-5735-4419-B248-BEED6107C876}" srcId="{EEB87713-69EC-4858-B466-BF0CD49BA452}" destId="{055F48AD-5CB1-43CB-BC68-11AF0F8F636B}" srcOrd="1" destOrd="0" parTransId="{35FE3070-9A6C-4E35-8D2E-34C5C001FB01}" sibTransId="{01A6D049-0EEB-4FE8-8618-3D8321001118}"/>
    <dgm:cxn modelId="{4019A58E-F277-594B-908E-01FE99B0A980}" type="presOf" srcId="{055F48AD-5CB1-43CB-BC68-11AF0F8F636B}" destId="{D1D640DE-7D40-7F4F-A840-DAD69512F3F6}" srcOrd="0" destOrd="0" presId="urn:microsoft.com/office/officeart/2005/8/layout/vList2"/>
    <dgm:cxn modelId="{30E98CB8-69E9-41ED-8BB6-ADB31371A23A}" srcId="{EEB87713-69EC-4858-B466-BF0CD49BA452}" destId="{4F178163-7898-4101-B39D-E48F102F35F6}" srcOrd="2" destOrd="0" parTransId="{F333585E-E110-4BC7-9087-381B6594765B}" sibTransId="{08E3E0AF-1214-4D21-92FF-F434C95F2EA2}"/>
    <dgm:cxn modelId="{044422BF-9C65-6046-B71F-319A06E75C42}" type="presOf" srcId="{EEB87713-69EC-4858-B466-BF0CD49BA452}" destId="{91F2F837-2FB6-3E4C-BE1F-EB793689EE0B}" srcOrd="0" destOrd="0" presId="urn:microsoft.com/office/officeart/2005/8/layout/vList2"/>
    <dgm:cxn modelId="{5C8894E3-9A21-004E-AC8A-E907CF1C8576}" type="presOf" srcId="{52B9EC64-2CFC-481B-9AF2-50CBF5D9F6AF}" destId="{53E540EF-9DD7-494E-A0DD-4C387DE61BEE}" srcOrd="0" destOrd="0" presId="urn:microsoft.com/office/officeart/2005/8/layout/vList2"/>
    <dgm:cxn modelId="{AAAD56D9-0427-4F4A-9C0E-B03252208FD2}" type="presParOf" srcId="{91F2F837-2FB6-3E4C-BE1F-EB793689EE0B}" destId="{B943A295-2C9F-4248-9241-B5C51FDED255}" srcOrd="0" destOrd="0" presId="urn:microsoft.com/office/officeart/2005/8/layout/vList2"/>
    <dgm:cxn modelId="{E49F06AF-1DF9-0348-80E5-815E60960760}" type="presParOf" srcId="{91F2F837-2FB6-3E4C-BE1F-EB793689EE0B}" destId="{524A0C50-D543-BD40-A8AD-A5A2196CD9FC}" srcOrd="1" destOrd="0" presId="urn:microsoft.com/office/officeart/2005/8/layout/vList2"/>
    <dgm:cxn modelId="{1FB33541-6238-9043-99F6-52EED41E8B53}" type="presParOf" srcId="{91F2F837-2FB6-3E4C-BE1F-EB793689EE0B}" destId="{D1D640DE-7D40-7F4F-A840-DAD69512F3F6}" srcOrd="2" destOrd="0" presId="urn:microsoft.com/office/officeart/2005/8/layout/vList2"/>
    <dgm:cxn modelId="{B8212D7E-9BBA-4D46-A316-F6490D109938}" type="presParOf" srcId="{91F2F837-2FB6-3E4C-BE1F-EB793689EE0B}" destId="{F511EB1C-8F43-594F-87C0-47A982971F97}" srcOrd="3" destOrd="0" presId="urn:microsoft.com/office/officeart/2005/8/layout/vList2"/>
    <dgm:cxn modelId="{F86E248F-7446-5E49-B9A5-BC967E96EC48}" type="presParOf" srcId="{91F2F837-2FB6-3E4C-BE1F-EB793689EE0B}" destId="{0C5A5200-884A-784A-ABC3-0AD42037D195}" srcOrd="4" destOrd="0" presId="urn:microsoft.com/office/officeart/2005/8/layout/vList2"/>
    <dgm:cxn modelId="{96C414E3-B6EB-9947-97B5-797AB4FC50D1}" type="presParOf" srcId="{91F2F837-2FB6-3E4C-BE1F-EB793689EE0B}" destId="{859D363F-BD4B-5A44-8F50-F90DC929E591}" srcOrd="5" destOrd="0" presId="urn:microsoft.com/office/officeart/2005/8/layout/vList2"/>
    <dgm:cxn modelId="{FCB45340-F970-D740-B7D1-5B4772F56D7A}" type="presParOf" srcId="{91F2F837-2FB6-3E4C-BE1F-EB793689EE0B}" destId="{53E540EF-9DD7-494E-A0DD-4C387DE61BEE}"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2CD0CDE-B016-46AE-9DB0-993BAEB15FE8}" type="doc">
      <dgm:prSet loTypeId="urn:microsoft.com/office/officeart/2005/8/layout/matrix3" loCatId="matrix" qsTypeId="urn:microsoft.com/office/officeart/2005/8/quickstyle/simple1" qsCatId="simple" csTypeId="urn:microsoft.com/office/officeart/2005/8/colors/colorful2" csCatId="colorful"/>
      <dgm:spPr/>
      <dgm:t>
        <a:bodyPr/>
        <a:lstStyle/>
        <a:p>
          <a:endParaRPr lang="en-US"/>
        </a:p>
      </dgm:t>
    </dgm:pt>
    <dgm:pt modelId="{D7CFC7A9-9330-4FC6-B73E-2A17994EC963}">
      <dgm:prSet/>
      <dgm:spPr/>
      <dgm:t>
        <a:bodyPr/>
        <a:lstStyle/>
        <a:p>
          <a:r>
            <a:rPr lang="en-US"/>
            <a:t>Definition pattern: `CREATE OR REPLACE FUNCTION schema.fn(args) RETURNS type LANGUAGE plpgsql AS $$ ... $$;`</a:t>
          </a:r>
        </a:p>
      </dgm:t>
    </dgm:pt>
    <dgm:pt modelId="{DCBFFFD4-085B-4BF8-8020-87AB55CA978A}" type="parTrans" cxnId="{4B15DF68-64B4-42EE-B892-A7789DAC5BD0}">
      <dgm:prSet/>
      <dgm:spPr/>
      <dgm:t>
        <a:bodyPr/>
        <a:lstStyle/>
        <a:p>
          <a:endParaRPr lang="en-US"/>
        </a:p>
      </dgm:t>
    </dgm:pt>
    <dgm:pt modelId="{906E2FD8-66BF-489A-B928-20C506735C70}" type="sibTrans" cxnId="{4B15DF68-64B4-42EE-B892-A7789DAC5BD0}">
      <dgm:prSet/>
      <dgm:spPr/>
      <dgm:t>
        <a:bodyPr/>
        <a:lstStyle/>
        <a:p>
          <a:endParaRPr lang="en-US"/>
        </a:p>
      </dgm:t>
    </dgm:pt>
    <dgm:pt modelId="{708DA897-F3C0-4481-973E-E60915EF3CA9}">
      <dgm:prSet/>
      <dgm:spPr/>
      <dgm:t>
        <a:bodyPr/>
        <a:lstStyle/>
        <a:p>
          <a:r>
            <a:rPr lang="en-US"/>
            <a:t>Use `DECLARE` block for variables and `BEGIN ... END` for logic</a:t>
          </a:r>
        </a:p>
      </dgm:t>
    </dgm:pt>
    <dgm:pt modelId="{DD5B45E4-E849-4A5D-A271-9444980972CA}" type="parTrans" cxnId="{3E6386A8-C91D-4311-B0E7-5320C5951582}">
      <dgm:prSet/>
      <dgm:spPr/>
      <dgm:t>
        <a:bodyPr/>
        <a:lstStyle/>
        <a:p>
          <a:endParaRPr lang="en-US"/>
        </a:p>
      </dgm:t>
    </dgm:pt>
    <dgm:pt modelId="{1749F4C6-FC24-40BE-ADD2-8E018669C66A}" type="sibTrans" cxnId="{3E6386A8-C91D-4311-B0E7-5320C5951582}">
      <dgm:prSet/>
      <dgm:spPr/>
      <dgm:t>
        <a:bodyPr/>
        <a:lstStyle/>
        <a:p>
          <a:endParaRPr lang="en-US"/>
        </a:p>
      </dgm:t>
    </dgm:pt>
    <dgm:pt modelId="{CDAB85C5-8BF0-46C8-9FE5-5B6E8F1FF4DA}">
      <dgm:prSet/>
      <dgm:spPr/>
      <dgm:t>
        <a:bodyPr/>
        <a:lstStyle/>
        <a:p>
          <a:r>
            <a:rPr lang="en-US"/>
            <a:t>Return scalars, sets (`RETURNS TABLE`), or `SETOF` composite types</a:t>
          </a:r>
        </a:p>
      </dgm:t>
    </dgm:pt>
    <dgm:pt modelId="{3C821D7B-04AC-46A2-BA5B-6C27597AC5AC}" type="parTrans" cxnId="{800641FE-5784-49C2-BD04-A669B52DE6DC}">
      <dgm:prSet/>
      <dgm:spPr/>
      <dgm:t>
        <a:bodyPr/>
        <a:lstStyle/>
        <a:p>
          <a:endParaRPr lang="en-US"/>
        </a:p>
      </dgm:t>
    </dgm:pt>
    <dgm:pt modelId="{E5B97E8C-FE9B-466E-A53A-9D7D3C535021}" type="sibTrans" cxnId="{800641FE-5784-49C2-BD04-A669B52DE6DC}">
      <dgm:prSet/>
      <dgm:spPr/>
      <dgm:t>
        <a:bodyPr/>
        <a:lstStyle/>
        <a:p>
          <a:endParaRPr lang="en-US"/>
        </a:p>
      </dgm:t>
    </dgm:pt>
    <dgm:pt modelId="{1FF56BBF-76E7-4307-91AC-6B772B8EC15F}">
      <dgm:prSet/>
      <dgm:spPr/>
      <dgm:t>
        <a:bodyPr/>
        <a:lstStyle/>
        <a:p>
          <a:r>
            <a:rPr lang="en-US"/>
            <a:t>Add unit tests with `DO $$` blocks or extension frameworks (pgTAP) to validate behaviour</a:t>
          </a:r>
        </a:p>
      </dgm:t>
    </dgm:pt>
    <dgm:pt modelId="{3A33EA6A-08C6-4018-9EE2-3755308A8B29}" type="parTrans" cxnId="{DA568D98-87C0-47CE-A33C-6DF1C6FC04F8}">
      <dgm:prSet/>
      <dgm:spPr/>
      <dgm:t>
        <a:bodyPr/>
        <a:lstStyle/>
        <a:p>
          <a:endParaRPr lang="en-US"/>
        </a:p>
      </dgm:t>
    </dgm:pt>
    <dgm:pt modelId="{62D54244-596D-4DD0-9EF1-6CBD82E23DD3}" type="sibTrans" cxnId="{DA568D98-87C0-47CE-A33C-6DF1C6FC04F8}">
      <dgm:prSet/>
      <dgm:spPr/>
      <dgm:t>
        <a:bodyPr/>
        <a:lstStyle/>
        <a:p>
          <a:endParaRPr lang="en-US"/>
        </a:p>
      </dgm:t>
    </dgm:pt>
    <dgm:pt modelId="{AD21640D-8428-A942-B7BB-783FBD06F565}" type="pres">
      <dgm:prSet presAssocID="{B2CD0CDE-B016-46AE-9DB0-993BAEB15FE8}" presName="matrix" presStyleCnt="0">
        <dgm:presLayoutVars>
          <dgm:chMax val="1"/>
          <dgm:dir/>
          <dgm:resizeHandles val="exact"/>
        </dgm:presLayoutVars>
      </dgm:prSet>
      <dgm:spPr/>
    </dgm:pt>
    <dgm:pt modelId="{0D22AFF6-AD97-264A-BC87-566D668F6C9E}" type="pres">
      <dgm:prSet presAssocID="{B2CD0CDE-B016-46AE-9DB0-993BAEB15FE8}" presName="diamond" presStyleLbl="bgShp" presStyleIdx="0" presStyleCnt="1"/>
      <dgm:spPr/>
    </dgm:pt>
    <dgm:pt modelId="{2B01B5B7-1A64-714F-8139-2DDAB011CD58}" type="pres">
      <dgm:prSet presAssocID="{B2CD0CDE-B016-46AE-9DB0-993BAEB15FE8}" presName="quad1" presStyleLbl="node1" presStyleIdx="0" presStyleCnt="4">
        <dgm:presLayoutVars>
          <dgm:chMax val="0"/>
          <dgm:chPref val="0"/>
          <dgm:bulletEnabled val="1"/>
        </dgm:presLayoutVars>
      </dgm:prSet>
      <dgm:spPr/>
    </dgm:pt>
    <dgm:pt modelId="{DF32FF20-3C03-B140-99FF-8603AD1D9994}" type="pres">
      <dgm:prSet presAssocID="{B2CD0CDE-B016-46AE-9DB0-993BAEB15FE8}" presName="quad2" presStyleLbl="node1" presStyleIdx="1" presStyleCnt="4">
        <dgm:presLayoutVars>
          <dgm:chMax val="0"/>
          <dgm:chPref val="0"/>
          <dgm:bulletEnabled val="1"/>
        </dgm:presLayoutVars>
      </dgm:prSet>
      <dgm:spPr/>
    </dgm:pt>
    <dgm:pt modelId="{4B62FE28-3194-C64B-B4B7-83A4007A0683}" type="pres">
      <dgm:prSet presAssocID="{B2CD0CDE-B016-46AE-9DB0-993BAEB15FE8}" presName="quad3" presStyleLbl="node1" presStyleIdx="2" presStyleCnt="4">
        <dgm:presLayoutVars>
          <dgm:chMax val="0"/>
          <dgm:chPref val="0"/>
          <dgm:bulletEnabled val="1"/>
        </dgm:presLayoutVars>
      </dgm:prSet>
      <dgm:spPr/>
    </dgm:pt>
    <dgm:pt modelId="{810C4A7E-040C-2B4A-AB77-B7098FEDB919}" type="pres">
      <dgm:prSet presAssocID="{B2CD0CDE-B016-46AE-9DB0-993BAEB15FE8}" presName="quad4" presStyleLbl="node1" presStyleIdx="3" presStyleCnt="4">
        <dgm:presLayoutVars>
          <dgm:chMax val="0"/>
          <dgm:chPref val="0"/>
          <dgm:bulletEnabled val="1"/>
        </dgm:presLayoutVars>
      </dgm:prSet>
      <dgm:spPr/>
    </dgm:pt>
  </dgm:ptLst>
  <dgm:cxnLst>
    <dgm:cxn modelId="{6581FE0A-19CE-E34D-A863-15330C90455B}" type="presOf" srcId="{B2CD0CDE-B016-46AE-9DB0-993BAEB15FE8}" destId="{AD21640D-8428-A942-B7BB-783FBD06F565}" srcOrd="0" destOrd="0" presId="urn:microsoft.com/office/officeart/2005/8/layout/matrix3"/>
    <dgm:cxn modelId="{8448620D-F364-DC40-B061-FC692D03A069}" type="presOf" srcId="{CDAB85C5-8BF0-46C8-9FE5-5B6E8F1FF4DA}" destId="{4B62FE28-3194-C64B-B4B7-83A4007A0683}" srcOrd="0" destOrd="0" presId="urn:microsoft.com/office/officeart/2005/8/layout/matrix3"/>
    <dgm:cxn modelId="{1D2EC016-7535-8942-84A9-6D844F0545A3}" type="presOf" srcId="{708DA897-F3C0-4481-973E-E60915EF3CA9}" destId="{DF32FF20-3C03-B140-99FF-8603AD1D9994}" srcOrd="0" destOrd="0" presId="urn:microsoft.com/office/officeart/2005/8/layout/matrix3"/>
    <dgm:cxn modelId="{4B15DF68-64B4-42EE-B892-A7789DAC5BD0}" srcId="{B2CD0CDE-B016-46AE-9DB0-993BAEB15FE8}" destId="{D7CFC7A9-9330-4FC6-B73E-2A17994EC963}" srcOrd="0" destOrd="0" parTransId="{DCBFFFD4-085B-4BF8-8020-87AB55CA978A}" sibTransId="{906E2FD8-66BF-489A-B928-20C506735C70}"/>
    <dgm:cxn modelId="{35E7526E-B3AE-DC42-8393-179458564C04}" type="presOf" srcId="{1FF56BBF-76E7-4307-91AC-6B772B8EC15F}" destId="{810C4A7E-040C-2B4A-AB77-B7098FEDB919}" srcOrd="0" destOrd="0" presId="urn:microsoft.com/office/officeart/2005/8/layout/matrix3"/>
    <dgm:cxn modelId="{8E552593-C2BA-1842-ACE5-17FE92BBFE72}" type="presOf" srcId="{D7CFC7A9-9330-4FC6-B73E-2A17994EC963}" destId="{2B01B5B7-1A64-714F-8139-2DDAB011CD58}" srcOrd="0" destOrd="0" presId="urn:microsoft.com/office/officeart/2005/8/layout/matrix3"/>
    <dgm:cxn modelId="{DA568D98-87C0-47CE-A33C-6DF1C6FC04F8}" srcId="{B2CD0CDE-B016-46AE-9DB0-993BAEB15FE8}" destId="{1FF56BBF-76E7-4307-91AC-6B772B8EC15F}" srcOrd="3" destOrd="0" parTransId="{3A33EA6A-08C6-4018-9EE2-3755308A8B29}" sibTransId="{62D54244-596D-4DD0-9EF1-6CBD82E23DD3}"/>
    <dgm:cxn modelId="{3E6386A8-C91D-4311-B0E7-5320C5951582}" srcId="{B2CD0CDE-B016-46AE-9DB0-993BAEB15FE8}" destId="{708DA897-F3C0-4481-973E-E60915EF3CA9}" srcOrd="1" destOrd="0" parTransId="{DD5B45E4-E849-4A5D-A271-9444980972CA}" sibTransId="{1749F4C6-FC24-40BE-ADD2-8E018669C66A}"/>
    <dgm:cxn modelId="{800641FE-5784-49C2-BD04-A669B52DE6DC}" srcId="{B2CD0CDE-B016-46AE-9DB0-993BAEB15FE8}" destId="{CDAB85C5-8BF0-46C8-9FE5-5B6E8F1FF4DA}" srcOrd="2" destOrd="0" parTransId="{3C821D7B-04AC-46A2-BA5B-6C27597AC5AC}" sibTransId="{E5B97E8C-FE9B-466E-A53A-9D7D3C535021}"/>
    <dgm:cxn modelId="{DCB315A0-6AC5-1544-BE6C-E321CA344E4E}" type="presParOf" srcId="{AD21640D-8428-A942-B7BB-783FBD06F565}" destId="{0D22AFF6-AD97-264A-BC87-566D668F6C9E}" srcOrd="0" destOrd="0" presId="urn:microsoft.com/office/officeart/2005/8/layout/matrix3"/>
    <dgm:cxn modelId="{93858913-6689-B046-BF50-621E6602DA74}" type="presParOf" srcId="{AD21640D-8428-A942-B7BB-783FBD06F565}" destId="{2B01B5B7-1A64-714F-8139-2DDAB011CD58}" srcOrd="1" destOrd="0" presId="urn:microsoft.com/office/officeart/2005/8/layout/matrix3"/>
    <dgm:cxn modelId="{D554271A-F9F4-2F41-8E48-AD5AB45F58E7}" type="presParOf" srcId="{AD21640D-8428-A942-B7BB-783FBD06F565}" destId="{DF32FF20-3C03-B140-99FF-8603AD1D9994}" srcOrd="2" destOrd="0" presId="urn:microsoft.com/office/officeart/2005/8/layout/matrix3"/>
    <dgm:cxn modelId="{58A7FD25-A44F-9240-9C81-8CE8F422954D}" type="presParOf" srcId="{AD21640D-8428-A942-B7BB-783FBD06F565}" destId="{4B62FE28-3194-C64B-B4B7-83A4007A0683}" srcOrd="3" destOrd="0" presId="urn:microsoft.com/office/officeart/2005/8/layout/matrix3"/>
    <dgm:cxn modelId="{662989AD-6905-4F41-A162-44E4551C6F5B}" type="presParOf" srcId="{AD21640D-8428-A942-B7BB-783FBD06F565}" destId="{810C4A7E-040C-2B4A-AB77-B7098FEDB919}" srcOrd="4" destOrd="0" presId="urn:microsoft.com/office/officeart/2005/8/layout/matrix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88FD953-BBA7-44BC-938E-E76277B65C3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5ABEE75E-4504-440D-A2CC-D6949910A07F}">
      <dgm:prSet/>
      <dgm:spPr/>
      <dgm:t>
        <a:bodyPr/>
        <a:lstStyle/>
        <a:p>
          <a:r>
            <a:rPr lang="en-US"/>
            <a:t>`CREATE VIEW` stores query definitions; security barrier ensures predicate pushdown safety</a:t>
          </a:r>
        </a:p>
      </dgm:t>
    </dgm:pt>
    <dgm:pt modelId="{209B2477-A129-45B4-80BC-4596CF750166}" type="parTrans" cxnId="{31F35928-8A82-414F-96AA-EE71D98101AB}">
      <dgm:prSet/>
      <dgm:spPr/>
      <dgm:t>
        <a:bodyPr/>
        <a:lstStyle/>
        <a:p>
          <a:endParaRPr lang="en-US"/>
        </a:p>
      </dgm:t>
    </dgm:pt>
    <dgm:pt modelId="{45478396-6968-4A58-98F8-129EC42C727C}" type="sibTrans" cxnId="{31F35928-8A82-414F-96AA-EE71D98101AB}">
      <dgm:prSet/>
      <dgm:spPr/>
      <dgm:t>
        <a:bodyPr/>
        <a:lstStyle/>
        <a:p>
          <a:endParaRPr lang="en-US"/>
        </a:p>
      </dgm:t>
    </dgm:pt>
    <dgm:pt modelId="{48A951E7-933E-48D9-9480-1C6421C17FAB}">
      <dgm:prSet/>
      <dgm:spPr/>
      <dgm:t>
        <a:bodyPr/>
        <a:lstStyle/>
        <a:p>
          <a:r>
            <a:rPr lang="en-US"/>
            <a:t>Use views to expose curated subsets, hide join complexity, and enforce row-level permissions</a:t>
          </a:r>
        </a:p>
      </dgm:t>
    </dgm:pt>
    <dgm:pt modelId="{4D9F66C2-4A1B-4F8F-8882-BE66D20ABD49}" type="parTrans" cxnId="{E8E32577-A44B-4491-9D87-866FF065FF3F}">
      <dgm:prSet/>
      <dgm:spPr/>
      <dgm:t>
        <a:bodyPr/>
        <a:lstStyle/>
        <a:p>
          <a:endParaRPr lang="en-US"/>
        </a:p>
      </dgm:t>
    </dgm:pt>
    <dgm:pt modelId="{656C3F9B-E6D2-4F37-B513-7DD6BADAE2BF}" type="sibTrans" cxnId="{E8E32577-A44B-4491-9D87-866FF065FF3F}">
      <dgm:prSet/>
      <dgm:spPr/>
      <dgm:t>
        <a:bodyPr/>
        <a:lstStyle/>
        <a:p>
          <a:endParaRPr lang="en-US"/>
        </a:p>
      </dgm:t>
    </dgm:pt>
    <dgm:pt modelId="{1CCD8A6E-72CE-49AC-A720-D1384C6B88DC}">
      <dgm:prSet/>
      <dgm:spPr/>
      <dgm:t>
        <a:bodyPr/>
        <a:lstStyle/>
        <a:p>
          <a:r>
            <a:rPr lang="en-US"/>
            <a:t>Materialized views persist results; require `REFRESH MATERIALIZED VIEW` to stay current</a:t>
          </a:r>
        </a:p>
      </dgm:t>
    </dgm:pt>
    <dgm:pt modelId="{3AEB6362-9C9E-461F-873C-3A3C68AF5AAA}" type="parTrans" cxnId="{415200B6-08E4-4C96-871B-9AD18EC8666D}">
      <dgm:prSet/>
      <dgm:spPr/>
      <dgm:t>
        <a:bodyPr/>
        <a:lstStyle/>
        <a:p>
          <a:endParaRPr lang="en-US"/>
        </a:p>
      </dgm:t>
    </dgm:pt>
    <dgm:pt modelId="{EB35ED2A-E389-4272-86E8-D999C6A5CAD8}" type="sibTrans" cxnId="{415200B6-08E4-4C96-871B-9AD18EC8666D}">
      <dgm:prSet/>
      <dgm:spPr/>
      <dgm:t>
        <a:bodyPr/>
        <a:lstStyle/>
        <a:p>
          <a:endParaRPr lang="en-US"/>
        </a:p>
      </dgm:t>
    </dgm:pt>
    <dgm:pt modelId="{BD122873-133B-4FBC-85BA-79446152146E}">
      <dgm:prSet/>
      <dgm:spPr/>
      <dgm:t>
        <a:bodyPr/>
        <a:lstStyle/>
        <a:p>
          <a:r>
            <a:rPr lang="en-US"/>
            <a:t>Consider indexes on materialized view columns for reporting workloads</a:t>
          </a:r>
        </a:p>
      </dgm:t>
    </dgm:pt>
    <dgm:pt modelId="{3A21AB58-DE02-47B5-AC5D-051AEB32F78D}" type="parTrans" cxnId="{7DE1D60C-4739-4FBD-8343-DF40CF48D42C}">
      <dgm:prSet/>
      <dgm:spPr/>
      <dgm:t>
        <a:bodyPr/>
        <a:lstStyle/>
        <a:p>
          <a:endParaRPr lang="en-US"/>
        </a:p>
      </dgm:t>
    </dgm:pt>
    <dgm:pt modelId="{A404760D-831C-4617-A2E3-27CB64890E38}" type="sibTrans" cxnId="{7DE1D60C-4739-4FBD-8343-DF40CF48D42C}">
      <dgm:prSet/>
      <dgm:spPr/>
      <dgm:t>
        <a:bodyPr/>
        <a:lstStyle/>
        <a:p>
          <a:endParaRPr lang="en-US"/>
        </a:p>
      </dgm:t>
    </dgm:pt>
    <dgm:pt modelId="{B33BD8D4-09E2-2B42-A31A-E12B864B6FDB}" type="pres">
      <dgm:prSet presAssocID="{688FD953-BBA7-44BC-938E-E76277B65C32}" presName="linear" presStyleCnt="0">
        <dgm:presLayoutVars>
          <dgm:animLvl val="lvl"/>
          <dgm:resizeHandles val="exact"/>
        </dgm:presLayoutVars>
      </dgm:prSet>
      <dgm:spPr/>
    </dgm:pt>
    <dgm:pt modelId="{B67091ED-7E45-7645-AE6D-9A989B735D4A}" type="pres">
      <dgm:prSet presAssocID="{5ABEE75E-4504-440D-A2CC-D6949910A07F}" presName="parentText" presStyleLbl="node1" presStyleIdx="0" presStyleCnt="4">
        <dgm:presLayoutVars>
          <dgm:chMax val="0"/>
          <dgm:bulletEnabled val="1"/>
        </dgm:presLayoutVars>
      </dgm:prSet>
      <dgm:spPr/>
    </dgm:pt>
    <dgm:pt modelId="{7B70635E-57DE-CA4C-9FD8-8E8C218D1666}" type="pres">
      <dgm:prSet presAssocID="{45478396-6968-4A58-98F8-129EC42C727C}" presName="spacer" presStyleCnt="0"/>
      <dgm:spPr/>
    </dgm:pt>
    <dgm:pt modelId="{1D24121E-72F9-814D-8E7F-DBC43FF32A6D}" type="pres">
      <dgm:prSet presAssocID="{48A951E7-933E-48D9-9480-1C6421C17FAB}" presName="parentText" presStyleLbl="node1" presStyleIdx="1" presStyleCnt="4">
        <dgm:presLayoutVars>
          <dgm:chMax val="0"/>
          <dgm:bulletEnabled val="1"/>
        </dgm:presLayoutVars>
      </dgm:prSet>
      <dgm:spPr/>
    </dgm:pt>
    <dgm:pt modelId="{36126798-D878-3244-987F-9C59186803E5}" type="pres">
      <dgm:prSet presAssocID="{656C3F9B-E6D2-4F37-B513-7DD6BADAE2BF}" presName="spacer" presStyleCnt="0"/>
      <dgm:spPr/>
    </dgm:pt>
    <dgm:pt modelId="{0414790D-B3E7-994A-9D86-2BC33DD4C596}" type="pres">
      <dgm:prSet presAssocID="{1CCD8A6E-72CE-49AC-A720-D1384C6B88DC}" presName="parentText" presStyleLbl="node1" presStyleIdx="2" presStyleCnt="4">
        <dgm:presLayoutVars>
          <dgm:chMax val="0"/>
          <dgm:bulletEnabled val="1"/>
        </dgm:presLayoutVars>
      </dgm:prSet>
      <dgm:spPr/>
    </dgm:pt>
    <dgm:pt modelId="{4B7560BA-F9CD-D449-BC42-F35D535A2782}" type="pres">
      <dgm:prSet presAssocID="{EB35ED2A-E389-4272-86E8-D999C6A5CAD8}" presName="spacer" presStyleCnt="0"/>
      <dgm:spPr/>
    </dgm:pt>
    <dgm:pt modelId="{A9B3494E-BC5E-B847-BE2F-E036C951ABC8}" type="pres">
      <dgm:prSet presAssocID="{BD122873-133B-4FBC-85BA-79446152146E}" presName="parentText" presStyleLbl="node1" presStyleIdx="3" presStyleCnt="4">
        <dgm:presLayoutVars>
          <dgm:chMax val="0"/>
          <dgm:bulletEnabled val="1"/>
        </dgm:presLayoutVars>
      </dgm:prSet>
      <dgm:spPr/>
    </dgm:pt>
  </dgm:ptLst>
  <dgm:cxnLst>
    <dgm:cxn modelId="{7DE1D60C-4739-4FBD-8343-DF40CF48D42C}" srcId="{688FD953-BBA7-44BC-938E-E76277B65C32}" destId="{BD122873-133B-4FBC-85BA-79446152146E}" srcOrd="3" destOrd="0" parTransId="{3A21AB58-DE02-47B5-AC5D-051AEB32F78D}" sibTransId="{A404760D-831C-4617-A2E3-27CB64890E38}"/>
    <dgm:cxn modelId="{4665200F-8F47-334D-8BF9-AC47C585F369}" type="presOf" srcId="{5ABEE75E-4504-440D-A2CC-D6949910A07F}" destId="{B67091ED-7E45-7645-AE6D-9A989B735D4A}" srcOrd="0" destOrd="0" presId="urn:microsoft.com/office/officeart/2005/8/layout/vList2"/>
    <dgm:cxn modelId="{31F35928-8A82-414F-96AA-EE71D98101AB}" srcId="{688FD953-BBA7-44BC-938E-E76277B65C32}" destId="{5ABEE75E-4504-440D-A2CC-D6949910A07F}" srcOrd="0" destOrd="0" parTransId="{209B2477-A129-45B4-80BC-4596CF750166}" sibTransId="{45478396-6968-4A58-98F8-129EC42C727C}"/>
    <dgm:cxn modelId="{B8F4E22B-DED1-B64D-9034-47861AF7ED60}" type="presOf" srcId="{688FD953-BBA7-44BC-938E-E76277B65C32}" destId="{B33BD8D4-09E2-2B42-A31A-E12B864B6FDB}" srcOrd="0" destOrd="0" presId="urn:microsoft.com/office/officeart/2005/8/layout/vList2"/>
    <dgm:cxn modelId="{00D30134-7B49-B04F-91C8-5F519D35D1A3}" type="presOf" srcId="{1CCD8A6E-72CE-49AC-A720-D1384C6B88DC}" destId="{0414790D-B3E7-994A-9D86-2BC33DD4C596}" srcOrd="0" destOrd="0" presId="urn:microsoft.com/office/officeart/2005/8/layout/vList2"/>
    <dgm:cxn modelId="{C4507848-D895-BB4C-AD3C-81472D54AB48}" type="presOf" srcId="{48A951E7-933E-48D9-9480-1C6421C17FAB}" destId="{1D24121E-72F9-814D-8E7F-DBC43FF32A6D}" srcOrd="0" destOrd="0" presId="urn:microsoft.com/office/officeart/2005/8/layout/vList2"/>
    <dgm:cxn modelId="{E8E32577-A44B-4491-9D87-866FF065FF3F}" srcId="{688FD953-BBA7-44BC-938E-E76277B65C32}" destId="{48A951E7-933E-48D9-9480-1C6421C17FAB}" srcOrd="1" destOrd="0" parTransId="{4D9F66C2-4A1B-4F8F-8882-BE66D20ABD49}" sibTransId="{656C3F9B-E6D2-4F37-B513-7DD6BADAE2BF}"/>
    <dgm:cxn modelId="{415200B6-08E4-4C96-871B-9AD18EC8666D}" srcId="{688FD953-BBA7-44BC-938E-E76277B65C32}" destId="{1CCD8A6E-72CE-49AC-A720-D1384C6B88DC}" srcOrd="2" destOrd="0" parTransId="{3AEB6362-9C9E-461F-873C-3A3C68AF5AAA}" sibTransId="{EB35ED2A-E389-4272-86E8-D999C6A5CAD8}"/>
    <dgm:cxn modelId="{FA08ACCC-380C-EF44-B2D5-DC79D1047E3E}" type="presOf" srcId="{BD122873-133B-4FBC-85BA-79446152146E}" destId="{A9B3494E-BC5E-B847-BE2F-E036C951ABC8}" srcOrd="0" destOrd="0" presId="urn:microsoft.com/office/officeart/2005/8/layout/vList2"/>
    <dgm:cxn modelId="{D72E0883-DF07-3641-9242-2EA36B9F2684}" type="presParOf" srcId="{B33BD8D4-09E2-2B42-A31A-E12B864B6FDB}" destId="{B67091ED-7E45-7645-AE6D-9A989B735D4A}" srcOrd="0" destOrd="0" presId="urn:microsoft.com/office/officeart/2005/8/layout/vList2"/>
    <dgm:cxn modelId="{196AF860-08C4-A141-8AAC-6CA5C58D9969}" type="presParOf" srcId="{B33BD8D4-09E2-2B42-A31A-E12B864B6FDB}" destId="{7B70635E-57DE-CA4C-9FD8-8E8C218D1666}" srcOrd="1" destOrd="0" presId="urn:microsoft.com/office/officeart/2005/8/layout/vList2"/>
    <dgm:cxn modelId="{4D8BDF3C-6CC2-D947-A597-9C63B0693DB8}" type="presParOf" srcId="{B33BD8D4-09E2-2B42-A31A-E12B864B6FDB}" destId="{1D24121E-72F9-814D-8E7F-DBC43FF32A6D}" srcOrd="2" destOrd="0" presId="urn:microsoft.com/office/officeart/2005/8/layout/vList2"/>
    <dgm:cxn modelId="{87288D87-28D9-F047-8AB9-8AD4BF772251}" type="presParOf" srcId="{B33BD8D4-09E2-2B42-A31A-E12B864B6FDB}" destId="{36126798-D878-3244-987F-9C59186803E5}" srcOrd="3" destOrd="0" presId="urn:microsoft.com/office/officeart/2005/8/layout/vList2"/>
    <dgm:cxn modelId="{E05841A7-3D45-D142-ADB2-56A055147997}" type="presParOf" srcId="{B33BD8D4-09E2-2B42-A31A-E12B864B6FDB}" destId="{0414790D-B3E7-994A-9D86-2BC33DD4C596}" srcOrd="4" destOrd="0" presId="urn:microsoft.com/office/officeart/2005/8/layout/vList2"/>
    <dgm:cxn modelId="{4D816240-5274-D444-925C-CBEC7F73DFAF}" type="presParOf" srcId="{B33BD8D4-09E2-2B42-A31A-E12B864B6FDB}" destId="{4B7560BA-F9CD-D449-BC42-F35D535A2782}" srcOrd="5" destOrd="0" presId="urn:microsoft.com/office/officeart/2005/8/layout/vList2"/>
    <dgm:cxn modelId="{9F1192F4-76E4-E544-9866-91457CC6E7AA}" type="presParOf" srcId="{B33BD8D4-09E2-2B42-A31A-E12B864B6FDB}" destId="{A9B3494E-BC5E-B847-BE2F-E036C951ABC8}"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3146C0B-CE36-4A5F-9245-71DA5F29E6B4}" type="doc">
      <dgm:prSet loTypeId="urn:microsoft.com/office/officeart/2008/layout/LinedList" loCatId="list" qsTypeId="urn:microsoft.com/office/officeart/2005/8/quickstyle/simple1" qsCatId="simple" csTypeId="urn:microsoft.com/office/officeart/2005/8/colors/accent4_2" csCatId="accent4"/>
      <dgm:spPr/>
      <dgm:t>
        <a:bodyPr/>
        <a:lstStyle/>
        <a:p>
          <a:endParaRPr lang="en-US"/>
        </a:p>
      </dgm:t>
    </dgm:pt>
    <dgm:pt modelId="{8EA69A78-3104-4692-9809-B977F6FE503B}">
      <dgm:prSet/>
      <dgm:spPr/>
      <dgm:t>
        <a:bodyPr/>
        <a:lstStyle/>
        <a:p>
          <a:r>
            <a:rPr lang="en-US"/>
            <a:t>Apply column aliases and document semantics to improve discoverability</a:t>
          </a:r>
        </a:p>
      </dgm:t>
    </dgm:pt>
    <dgm:pt modelId="{F85D7710-9BCB-4242-AD3D-2D1F03B48708}" type="parTrans" cxnId="{EE58E239-7B25-489D-B532-5B1475A894E8}">
      <dgm:prSet/>
      <dgm:spPr/>
      <dgm:t>
        <a:bodyPr/>
        <a:lstStyle/>
        <a:p>
          <a:endParaRPr lang="en-US"/>
        </a:p>
      </dgm:t>
    </dgm:pt>
    <dgm:pt modelId="{AF64F539-4F3A-43AE-91F5-F2359ECEE6ED}" type="sibTrans" cxnId="{EE58E239-7B25-489D-B532-5B1475A894E8}">
      <dgm:prSet/>
      <dgm:spPr/>
      <dgm:t>
        <a:bodyPr/>
        <a:lstStyle/>
        <a:p>
          <a:endParaRPr lang="en-US"/>
        </a:p>
      </dgm:t>
    </dgm:pt>
    <dgm:pt modelId="{288D6A16-04A5-43FA-A817-26B4E688876D}">
      <dgm:prSet/>
      <dgm:spPr/>
      <dgm:t>
        <a:bodyPr/>
        <a:lstStyle/>
        <a:p>
          <a:r>
            <a:rPr lang="en-US"/>
            <a:t>Use `WITH CHECK OPTION` to prevent updates that violate view filters</a:t>
          </a:r>
        </a:p>
      </dgm:t>
    </dgm:pt>
    <dgm:pt modelId="{806197E7-560D-421C-9259-02AB40E8D21D}" type="parTrans" cxnId="{C8393131-BCB5-4AB3-B661-532C8233D354}">
      <dgm:prSet/>
      <dgm:spPr/>
      <dgm:t>
        <a:bodyPr/>
        <a:lstStyle/>
        <a:p>
          <a:endParaRPr lang="en-US"/>
        </a:p>
      </dgm:t>
    </dgm:pt>
    <dgm:pt modelId="{CC25C9CA-AC85-4DD2-B2AD-CF2D62B4C3D8}" type="sibTrans" cxnId="{C8393131-BCB5-4AB3-B661-532C8233D354}">
      <dgm:prSet/>
      <dgm:spPr/>
      <dgm:t>
        <a:bodyPr/>
        <a:lstStyle/>
        <a:p>
          <a:endParaRPr lang="en-US"/>
        </a:p>
      </dgm:t>
    </dgm:pt>
    <dgm:pt modelId="{652A4754-9ACD-4574-84AA-B59032B7BB39}">
      <dgm:prSet/>
      <dgm:spPr/>
      <dgm:t>
        <a:bodyPr/>
        <a:lstStyle/>
        <a:p>
          <a:r>
            <a:rPr lang="en-US"/>
            <a:t>Leverage `security_barrier = on` for views used in security-sensitive contexts</a:t>
          </a:r>
        </a:p>
      </dgm:t>
    </dgm:pt>
    <dgm:pt modelId="{DDBDD978-D4D1-4889-B375-C27E02BFAF5C}" type="parTrans" cxnId="{9FFCD0BE-8402-46EC-A5E9-22F06EC1C323}">
      <dgm:prSet/>
      <dgm:spPr/>
      <dgm:t>
        <a:bodyPr/>
        <a:lstStyle/>
        <a:p>
          <a:endParaRPr lang="en-US"/>
        </a:p>
      </dgm:t>
    </dgm:pt>
    <dgm:pt modelId="{29B78A45-0D5D-4D05-BFD5-9370B2F68A39}" type="sibTrans" cxnId="{9FFCD0BE-8402-46EC-A5E9-22F06EC1C323}">
      <dgm:prSet/>
      <dgm:spPr/>
      <dgm:t>
        <a:bodyPr/>
        <a:lstStyle/>
        <a:p>
          <a:endParaRPr lang="en-US"/>
        </a:p>
      </dgm:t>
    </dgm:pt>
    <dgm:pt modelId="{C756B65C-F8B9-4300-9299-C533321991D4}">
      <dgm:prSet/>
      <dgm:spPr/>
      <dgm:t>
        <a:bodyPr/>
        <a:lstStyle/>
        <a:p>
          <a:r>
            <a:rPr lang="en-US"/>
            <a:t>Version control view definitions alongside migrations to track schema evolution</a:t>
          </a:r>
        </a:p>
      </dgm:t>
    </dgm:pt>
    <dgm:pt modelId="{4C75FD7C-BAAA-43A1-9E0C-C5819D9FCEF0}" type="parTrans" cxnId="{2E639ED2-328F-4E46-9737-5F90C5EAECFA}">
      <dgm:prSet/>
      <dgm:spPr/>
      <dgm:t>
        <a:bodyPr/>
        <a:lstStyle/>
        <a:p>
          <a:endParaRPr lang="en-US"/>
        </a:p>
      </dgm:t>
    </dgm:pt>
    <dgm:pt modelId="{45B8B101-2414-477E-AE7C-61B90D9B80DD}" type="sibTrans" cxnId="{2E639ED2-328F-4E46-9737-5F90C5EAECFA}">
      <dgm:prSet/>
      <dgm:spPr/>
      <dgm:t>
        <a:bodyPr/>
        <a:lstStyle/>
        <a:p>
          <a:endParaRPr lang="en-US"/>
        </a:p>
      </dgm:t>
    </dgm:pt>
    <dgm:pt modelId="{BC6B7C67-DED3-5841-822B-A7A2CDB88A48}" type="pres">
      <dgm:prSet presAssocID="{A3146C0B-CE36-4A5F-9245-71DA5F29E6B4}" presName="vert0" presStyleCnt="0">
        <dgm:presLayoutVars>
          <dgm:dir/>
          <dgm:animOne val="branch"/>
          <dgm:animLvl val="lvl"/>
        </dgm:presLayoutVars>
      </dgm:prSet>
      <dgm:spPr/>
    </dgm:pt>
    <dgm:pt modelId="{7C6F0596-3D08-5147-B935-C04E9D56C32F}" type="pres">
      <dgm:prSet presAssocID="{8EA69A78-3104-4692-9809-B977F6FE503B}" presName="thickLine" presStyleLbl="alignNode1" presStyleIdx="0" presStyleCnt="4"/>
      <dgm:spPr/>
    </dgm:pt>
    <dgm:pt modelId="{E8E7E7E0-254D-2F42-B128-146029FA1ED7}" type="pres">
      <dgm:prSet presAssocID="{8EA69A78-3104-4692-9809-B977F6FE503B}" presName="horz1" presStyleCnt="0"/>
      <dgm:spPr/>
    </dgm:pt>
    <dgm:pt modelId="{70D79D4E-E0E3-5442-9B94-7A6F6EBAC4E5}" type="pres">
      <dgm:prSet presAssocID="{8EA69A78-3104-4692-9809-B977F6FE503B}" presName="tx1" presStyleLbl="revTx" presStyleIdx="0" presStyleCnt="4"/>
      <dgm:spPr/>
    </dgm:pt>
    <dgm:pt modelId="{85FABB9D-FEA2-CC49-901B-DBC9B891E38B}" type="pres">
      <dgm:prSet presAssocID="{8EA69A78-3104-4692-9809-B977F6FE503B}" presName="vert1" presStyleCnt="0"/>
      <dgm:spPr/>
    </dgm:pt>
    <dgm:pt modelId="{33C39C6E-8CC7-484D-A6A7-5E3F1211BA07}" type="pres">
      <dgm:prSet presAssocID="{288D6A16-04A5-43FA-A817-26B4E688876D}" presName="thickLine" presStyleLbl="alignNode1" presStyleIdx="1" presStyleCnt="4"/>
      <dgm:spPr/>
    </dgm:pt>
    <dgm:pt modelId="{B920212B-6400-DA43-B7A9-8494ECD374A9}" type="pres">
      <dgm:prSet presAssocID="{288D6A16-04A5-43FA-A817-26B4E688876D}" presName="horz1" presStyleCnt="0"/>
      <dgm:spPr/>
    </dgm:pt>
    <dgm:pt modelId="{91F0500E-C740-1848-9C52-9427007BCE69}" type="pres">
      <dgm:prSet presAssocID="{288D6A16-04A5-43FA-A817-26B4E688876D}" presName="tx1" presStyleLbl="revTx" presStyleIdx="1" presStyleCnt="4"/>
      <dgm:spPr/>
    </dgm:pt>
    <dgm:pt modelId="{FC4B0BB6-8B87-DE49-914E-9A32BD99DFFE}" type="pres">
      <dgm:prSet presAssocID="{288D6A16-04A5-43FA-A817-26B4E688876D}" presName="vert1" presStyleCnt="0"/>
      <dgm:spPr/>
    </dgm:pt>
    <dgm:pt modelId="{05F0D7F5-6B6D-B04D-95E0-1E950AA13DEB}" type="pres">
      <dgm:prSet presAssocID="{652A4754-9ACD-4574-84AA-B59032B7BB39}" presName="thickLine" presStyleLbl="alignNode1" presStyleIdx="2" presStyleCnt="4"/>
      <dgm:spPr/>
    </dgm:pt>
    <dgm:pt modelId="{A1B727D0-E3D2-D346-A872-635729EB3554}" type="pres">
      <dgm:prSet presAssocID="{652A4754-9ACD-4574-84AA-B59032B7BB39}" presName="horz1" presStyleCnt="0"/>
      <dgm:spPr/>
    </dgm:pt>
    <dgm:pt modelId="{7A3ABFD2-BED6-F34D-8839-4E62B70D8FA3}" type="pres">
      <dgm:prSet presAssocID="{652A4754-9ACD-4574-84AA-B59032B7BB39}" presName="tx1" presStyleLbl="revTx" presStyleIdx="2" presStyleCnt="4"/>
      <dgm:spPr/>
    </dgm:pt>
    <dgm:pt modelId="{BCBC5C5E-B784-B143-8A74-AD7444425D90}" type="pres">
      <dgm:prSet presAssocID="{652A4754-9ACD-4574-84AA-B59032B7BB39}" presName="vert1" presStyleCnt="0"/>
      <dgm:spPr/>
    </dgm:pt>
    <dgm:pt modelId="{630195BA-EE6B-4944-B7EF-E861D9969728}" type="pres">
      <dgm:prSet presAssocID="{C756B65C-F8B9-4300-9299-C533321991D4}" presName="thickLine" presStyleLbl="alignNode1" presStyleIdx="3" presStyleCnt="4"/>
      <dgm:spPr/>
    </dgm:pt>
    <dgm:pt modelId="{40609671-4F80-EB43-9FA5-0D0164ED8E4D}" type="pres">
      <dgm:prSet presAssocID="{C756B65C-F8B9-4300-9299-C533321991D4}" presName="horz1" presStyleCnt="0"/>
      <dgm:spPr/>
    </dgm:pt>
    <dgm:pt modelId="{D03A6D7C-CC94-9643-A809-610E5D278D28}" type="pres">
      <dgm:prSet presAssocID="{C756B65C-F8B9-4300-9299-C533321991D4}" presName="tx1" presStyleLbl="revTx" presStyleIdx="3" presStyleCnt="4"/>
      <dgm:spPr/>
    </dgm:pt>
    <dgm:pt modelId="{E5E19829-17C3-5D43-AA63-E63B48B427AB}" type="pres">
      <dgm:prSet presAssocID="{C756B65C-F8B9-4300-9299-C533321991D4}" presName="vert1" presStyleCnt="0"/>
      <dgm:spPr/>
    </dgm:pt>
  </dgm:ptLst>
  <dgm:cxnLst>
    <dgm:cxn modelId="{C8393131-BCB5-4AB3-B661-532C8233D354}" srcId="{A3146C0B-CE36-4A5F-9245-71DA5F29E6B4}" destId="{288D6A16-04A5-43FA-A817-26B4E688876D}" srcOrd="1" destOrd="0" parTransId="{806197E7-560D-421C-9259-02AB40E8D21D}" sibTransId="{CC25C9CA-AC85-4DD2-B2AD-CF2D62B4C3D8}"/>
    <dgm:cxn modelId="{EE58E239-7B25-489D-B532-5B1475A894E8}" srcId="{A3146C0B-CE36-4A5F-9245-71DA5F29E6B4}" destId="{8EA69A78-3104-4692-9809-B977F6FE503B}" srcOrd="0" destOrd="0" parTransId="{F85D7710-9BCB-4242-AD3D-2D1F03B48708}" sibTransId="{AF64F539-4F3A-43AE-91F5-F2359ECEE6ED}"/>
    <dgm:cxn modelId="{8EBFEE4E-E658-A54D-B092-6A8A3CA0ED71}" type="presOf" srcId="{288D6A16-04A5-43FA-A817-26B4E688876D}" destId="{91F0500E-C740-1848-9C52-9427007BCE69}" srcOrd="0" destOrd="0" presId="urn:microsoft.com/office/officeart/2008/layout/LinedList"/>
    <dgm:cxn modelId="{D05DB467-73DC-0449-9EE4-D4001CF1CCDF}" type="presOf" srcId="{C756B65C-F8B9-4300-9299-C533321991D4}" destId="{D03A6D7C-CC94-9643-A809-610E5D278D28}" srcOrd="0" destOrd="0" presId="urn:microsoft.com/office/officeart/2008/layout/LinedList"/>
    <dgm:cxn modelId="{387A8D70-138C-F94E-ABD7-2943504779B9}" type="presOf" srcId="{652A4754-9ACD-4574-84AA-B59032B7BB39}" destId="{7A3ABFD2-BED6-F34D-8839-4E62B70D8FA3}" srcOrd="0" destOrd="0" presId="urn:microsoft.com/office/officeart/2008/layout/LinedList"/>
    <dgm:cxn modelId="{F0F86675-747D-564F-82F9-0991AF67180E}" type="presOf" srcId="{8EA69A78-3104-4692-9809-B977F6FE503B}" destId="{70D79D4E-E0E3-5442-9B94-7A6F6EBAC4E5}" srcOrd="0" destOrd="0" presId="urn:microsoft.com/office/officeart/2008/layout/LinedList"/>
    <dgm:cxn modelId="{4E1B75BE-B381-674F-9A9A-ACBD935BAD72}" type="presOf" srcId="{A3146C0B-CE36-4A5F-9245-71DA5F29E6B4}" destId="{BC6B7C67-DED3-5841-822B-A7A2CDB88A48}" srcOrd="0" destOrd="0" presId="urn:microsoft.com/office/officeart/2008/layout/LinedList"/>
    <dgm:cxn modelId="{9FFCD0BE-8402-46EC-A5E9-22F06EC1C323}" srcId="{A3146C0B-CE36-4A5F-9245-71DA5F29E6B4}" destId="{652A4754-9ACD-4574-84AA-B59032B7BB39}" srcOrd="2" destOrd="0" parTransId="{DDBDD978-D4D1-4889-B375-C27E02BFAF5C}" sibTransId="{29B78A45-0D5D-4D05-BFD5-9370B2F68A39}"/>
    <dgm:cxn modelId="{2E639ED2-328F-4E46-9737-5F90C5EAECFA}" srcId="{A3146C0B-CE36-4A5F-9245-71DA5F29E6B4}" destId="{C756B65C-F8B9-4300-9299-C533321991D4}" srcOrd="3" destOrd="0" parTransId="{4C75FD7C-BAAA-43A1-9E0C-C5819D9FCEF0}" sibTransId="{45B8B101-2414-477E-AE7C-61B90D9B80DD}"/>
    <dgm:cxn modelId="{0D3A3658-1B1A-FA44-A3D7-631B6FAE688B}" type="presParOf" srcId="{BC6B7C67-DED3-5841-822B-A7A2CDB88A48}" destId="{7C6F0596-3D08-5147-B935-C04E9D56C32F}" srcOrd="0" destOrd="0" presId="urn:microsoft.com/office/officeart/2008/layout/LinedList"/>
    <dgm:cxn modelId="{A9FEF418-A5EF-2347-A287-A730FEB77E4C}" type="presParOf" srcId="{BC6B7C67-DED3-5841-822B-A7A2CDB88A48}" destId="{E8E7E7E0-254D-2F42-B128-146029FA1ED7}" srcOrd="1" destOrd="0" presId="urn:microsoft.com/office/officeart/2008/layout/LinedList"/>
    <dgm:cxn modelId="{0AA468FB-9787-4E45-813A-7A02932B3C80}" type="presParOf" srcId="{E8E7E7E0-254D-2F42-B128-146029FA1ED7}" destId="{70D79D4E-E0E3-5442-9B94-7A6F6EBAC4E5}" srcOrd="0" destOrd="0" presId="urn:microsoft.com/office/officeart/2008/layout/LinedList"/>
    <dgm:cxn modelId="{4A0626AA-D810-8B4D-ACD7-85D811DA436F}" type="presParOf" srcId="{E8E7E7E0-254D-2F42-B128-146029FA1ED7}" destId="{85FABB9D-FEA2-CC49-901B-DBC9B891E38B}" srcOrd="1" destOrd="0" presId="urn:microsoft.com/office/officeart/2008/layout/LinedList"/>
    <dgm:cxn modelId="{6201F91E-DDEA-0746-AC39-74B0C0608BAE}" type="presParOf" srcId="{BC6B7C67-DED3-5841-822B-A7A2CDB88A48}" destId="{33C39C6E-8CC7-484D-A6A7-5E3F1211BA07}" srcOrd="2" destOrd="0" presId="urn:microsoft.com/office/officeart/2008/layout/LinedList"/>
    <dgm:cxn modelId="{66A3F1ED-2EF8-A242-B855-775BC8D617B3}" type="presParOf" srcId="{BC6B7C67-DED3-5841-822B-A7A2CDB88A48}" destId="{B920212B-6400-DA43-B7A9-8494ECD374A9}" srcOrd="3" destOrd="0" presId="urn:microsoft.com/office/officeart/2008/layout/LinedList"/>
    <dgm:cxn modelId="{0C2114CE-FF67-6D42-89B4-E74A8DF182A0}" type="presParOf" srcId="{B920212B-6400-DA43-B7A9-8494ECD374A9}" destId="{91F0500E-C740-1848-9C52-9427007BCE69}" srcOrd="0" destOrd="0" presId="urn:microsoft.com/office/officeart/2008/layout/LinedList"/>
    <dgm:cxn modelId="{F31186E0-75DA-0D47-8631-D03D5B694D00}" type="presParOf" srcId="{B920212B-6400-DA43-B7A9-8494ECD374A9}" destId="{FC4B0BB6-8B87-DE49-914E-9A32BD99DFFE}" srcOrd="1" destOrd="0" presId="urn:microsoft.com/office/officeart/2008/layout/LinedList"/>
    <dgm:cxn modelId="{7A227C78-0567-1448-8DC4-6D731E56B137}" type="presParOf" srcId="{BC6B7C67-DED3-5841-822B-A7A2CDB88A48}" destId="{05F0D7F5-6B6D-B04D-95E0-1E950AA13DEB}" srcOrd="4" destOrd="0" presId="urn:microsoft.com/office/officeart/2008/layout/LinedList"/>
    <dgm:cxn modelId="{57827F09-8FC2-5A4E-9B9D-8913F8F35581}" type="presParOf" srcId="{BC6B7C67-DED3-5841-822B-A7A2CDB88A48}" destId="{A1B727D0-E3D2-D346-A872-635729EB3554}" srcOrd="5" destOrd="0" presId="urn:microsoft.com/office/officeart/2008/layout/LinedList"/>
    <dgm:cxn modelId="{3246AEB7-CDE3-784B-AB15-4097C1C5CE5C}" type="presParOf" srcId="{A1B727D0-E3D2-D346-A872-635729EB3554}" destId="{7A3ABFD2-BED6-F34D-8839-4E62B70D8FA3}" srcOrd="0" destOrd="0" presId="urn:microsoft.com/office/officeart/2008/layout/LinedList"/>
    <dgm:cxn modelId="{B4BD6326-4AB6-6E43-A43D-FD5FCCEF7B40}" type="presParOf" srcId="{A1B727D0-E3D2-D346-A872-635729EB3554}" destId="{BCBC5C5E-B784-B143-8A74-AD7444425D90}" srcOrd="1" destOrd="0" presId="urn:microsoft.com/office/officeart/2008/layout/LinedList"/>
    <dgm:cxn modelId="{0BC5B4A0-3775-F848-9C3D-4B0B69C484CE}" type="presParOf" srcId="{BC6B7C67-DED3-5841-822B-A7A2CDB88A48}" destId="{630195BA-EE6B-4944-B7EF-E861D9969728}" srcOrd="6" destOrd="0" presId="urn:microsoft.com/office/officeart/2008/layout/LinedList"/>
    <dgm:cxn modelId="{1C5742E7-634C-9446-BDAC-0BB88558BAE6}" type="presParOf" srcId="{BC6B7C67-DED3-5841-822B-A7A2CDB88A48}" destId="{40609671-4F80-EB43-9FA5-0D0164ED8E4D}" srcOrd="7" destOrd="0" presId="urn:microsoft.com/office/officeart/2008/layout/LinedList"/>
    <dgm:cxn modelId="{4D69FA9C-A241-EC4F-A37F-3904E6387D09}" type="presParOf" srcId="{40609671-4F80-EB43-9FA5-0D0164ED8E4D}" destId="{D03A6D7C-CC94-9643-A809-610E5D278D28}" srcOrd="0" destOrd="0" presId="urn:microsoft.com/office/officeart/2008/layout/LinedList"/>
    <dgm:cxn modelId="{543F5508-3AF9-5048-8B31-CF6097F9E70F}" type="presParOf" srcId="{40609671-4F80-EB43-9FA5-0D0164ED8E4D}" destId="{E5E19829-17C3-5D43-AA63-E63B48B427A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6FD3FFA-1915-4246-B31C-AB291C399520}"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75F6E1A-E8AD-4BF0-82A6-A05FC90FEE0F}">
      <dgm:prSet/>
      <dgm:spPr/>
      <dgm:t>
        <a:bodyPr/>
        <a:lstStyle/>
        <a:p>
          <a:r>
            <a:rPr lang="en-US"/>
            <a:t>Structural: `PRIMARY KEY`, `UNIQUE`, `NOT NULL`, `FOREIGN KEY` maintain relational integrity</a:t>
          </a:r>
        </a:p>
      </dgm:t>
    </dgm:pt>
    <dgm:pt modelId="{B872AE5C-FA49-4F13-9D6B-C08AAEA5BDB4}" type="parTrans" cxnId="{D43E9153-C9D2-4975-B788-AA1B17A7E5AB}">
      <dgm:prSet/>
      <dgm:spPr/>
      <dgm:t>
        <a:bodyPr/>
        <a:lstStyle/>
        <a:p>
          <a:endParaRPr lang="en-US"/>
        </a:p>
      </dgm:t>
    </dgm:pt>
    <dgm:pt modelId="{070C7B77-16FC-4B5D-A7FD-71EABBC00CE6}" type="sibTrans" cxnId="{D43E9153-C9D2-4975-B788-AA1B17A7E5AB}">
      <dgm:prSet/>
      <dgm:spPr/>
      <dgm:t>
        <a:bodyPr/>
        <a:lstStyle/>
        <a:p>
          <a:endParaRPr lang="en-US"/>
        </a:p>
      </dgm:t>
    </dgm:pt>
    <dgm:pt modelId="{84941437-B0DF-496A-BE32-56C1EE16B6A5}">
      <dgm:prSet/>
      <dgm:spPr/>
      <dgm:t>
        <a:bodyPr/>
        <a:lstStyle/>
        <a:p>
          <a:r>
            <a:rPr lang="en-US"/>
            <a:t>Business logic: `CHECK` constraints evaluate expressions per row</a:t>
          </a:r>
        </a:p>
      </dgm:t>
    </dgm:pt>
    <dgm:pt modelId="{FCF4547B-EBBB-4603-8CA9-11DFDF75F17F}" type="parTrans" cxnId="{274619EC-C798-4A2A-BC07-304D2A378B08}">
      <dgm:prSet/>
      <dgm:spPr/>
      <dgm:t>
        <a:bodyPr/>
        <a:lstStyle/>
        <a:p>
          <a:endParaRPr lang="en-US"/>
        </a:p>
      </dgm:t>
    </dgm:pt>
    <dgm:pt modelId="{DFDC933A-16A7-493A-BA17-2A43A1BD7A16}" type="sibTrans" cxnId="{274619EC-C798-4A2A-BC07-304D2A378B08}">
      <dgm:prSet/>
      <dgm:spPr/>
      <dgm:t>
        <a:bodyPr/>
        <a:lstStyle/>
        <a:p>
          <a:endParaRPr lang="en-US"/>
        </a:p>
      </dgm:t>
    </dgm:pt>
    <dgm:pt modelId="{46490233-B117-4A1D-9F9F-8C2A659A1613}">
      <dgm:prSet/>
      <dgm:spPr/>
      <dgm:t>
        <a:bodyPr/>
        <a:lstStyle/>
        <a:p>
          <a:r>
            <a:rPr lang="en-US"/>
            <a:t>Exclusion constraints (`USING gist`) prevent conflicting ranges or schedules</a:t>
          </a:r>
        </a:p>
      </dgm:t>
    </dgm:pt>
    <dgm:pt modelId="{CB4DE5AC-AC3E-46F9-A481-45901165FBF1}" type="parTrans" cxnId="{EEF0B6B9-502A-473D-8874-9A7494A5A6E4}">
      <dgm:prSet/>
      <dgm:spPr/>
      <dgm:t>
        <a:bodyPr/>
        <a:lstStyle/>
        <a:p>
          <a:endParaRPr lang="en-US"/>
        </a:p>
      </dgm:t>
    </dgm:pt>
    <dgm:pt modelId="{2219D08C-2E78-4C62-823F-9A2A35A52225}" type="sibTrans" cxnId="{EEF0B6B9-502A-473D-8874-9A7494A5A6E4}">
      <dgm:prSet/>
      <dgm:spPr/>
      <dgm:t>
        <a:bodyPr/>
        <a:lstStyle/>
        <a:p>
          <a:endParaRPr lang="en-US"/>
        </a:p>
      </dgm:t>
    </dgm:pt>
    <dgm:pt modelId="{61654BA3-29C3-4A30-BD27-A04DF36DD022}">
      <dgm:prSet/>
      <dgm:spPr/>
      <dgm:t>
        <a:bodyPr/>
        <a:lstStyle/>
        <a:p>
          <a:r>
            <a:rPr lang="en-US"/>
            <a:t>Domain constraints let you define reusable typed validations across tables</a:t>
          </a:r>
        </a:p>
      </dgm:t>
    </dgm:pt>
    <dgm:pt modelId="{0C836067-A30A-416A-AC8E-3AC0BA93E478}" type="parTrans" cxnId="{6735F688-2D36-4AE2-B232-683D0E17040E}">
      <dgm:prSet/>
      <dgm:spPr/>
      <dgm:t>
        <a:bodyPr/>
        <a:lstStyle/>
        <a:p>
          <a:endParaRPr lang="en-US"/>
        </a:p>
      </dgm:t>
    </dgm:pt>
    <dgm:pt modelId="{F6023FAF-54CD-4DA9-BA34-A1D14181CD9E}" type="sibTrans" cxnId="{6735F688-2D36-4AE2-B232-683D0E17040E}">
      <dgm:prSet/>
      <dgm:spPr/>
      <dgm:t>
        <a:bodyPr/>
        <a:lstStyle/>
        <a:p>
          <a:endParaRPr lang="en-US"/>
        </a:p>
      </dgm:t>
    </dgm:pt>
    <dgm:pt modelId="{BA737565-4185-1F43-8830-3051AD5B7E91}" type="pres">
      <dgm:prSet presAssocID="{B6FD3FFA-1915-4246-B31C-AB291C399520}" presName="linear" presStyleCnt="0">
        <dgm:presLayoutVars>
          <dgm:animLvl val="lvl"/>
          <dgm:resizeHandles val="exact"/>
        </dgm:presLayoutVars>
      </dgm:prSet>
      <dgm:spPr/>
    </dgm:pt>
    <dgm:pt modelId="{5F6659BE-48BB-3245-BB46-9561DD9BF35D}" type="pres">
      <dgm:prSet presAssocID="{A75F6E1A-E8AD-4BF0-82A6-A05FC90FEE0F}" presName="parentText" presStyleLbl="node1" presStyleIdx="0" presStyleCnt="4">
        <dgm:presLayoutVars>
          <dgm:chMax val="0"/>
          <dgm:bulletEnabled val="1"/>
        </dgm:presLayoutVars>
      </dgm:prSet>
      <dgm:spPr/>
    </dgm:pt>
    <dgm:pt modelId="{0F98A38C-E74C-2A4D-AF68-54183AE4F685}" type="pres">
      <dgm:prSet presAssocID="{070C7B77-16FC-4B5D-A7FD-71EABBC00CE6}" presName="spacer" presStyleCnt="0"/>
      <dgm:spPr/>
    </dgm:pt>
    <dgm:pt modelId="{93B0A619-9A07-4A46-BA72-10691EFD96F8}" type="pres">
      <dgm:prSet presAssocID="{84941437-B0DF-496A-BE32-56C1EE16B6A5}" presName="parentText" presStyleLbl="node1" presStyleIdx="1" presStyleCnt="4">
        <dgm:presLayoutVars>
          <dgm:chMax val="0"/>
          <dgm:bulletEnabled val="1"/>
        </dgm:presLayoutVars>
      </dgm:prSet>
      <dgm:spPr/>
    </dgm:pt>
    <dgm:pt modelId="{90897C89-AA09-A046-8FFB-7ADF1ED49757}" type="pres">
      <dgm:prSet presAssocID="{DFDC933A-16A7-493A-BA17-2A43A1BD7A16}" presName="spacer" presStyleCnt="0"/>
      <dgm:spPr/>
    </dgm:pt>
    <dgm:pt modelId="{EE67F499-E8B0-6340-981B-077E81F5A2BE}" type="pres">
      <dgm:prSet presAssocID="{46490233-B117-4A1D-9F9F-8C2A659A1613}" presName="parentText" presStyleLbl="node1" presStyleIdx="2" presStyleCnt="4">
        <dgm:presLayoutVars>
          <dgm:chMax val="0"/>
          <dgm:bulletEnabled val="1"/>
        </dgm:presLayoutVars>
      </dgm:prSet>
      <dgm:spPr/>
    </dgm:pt>
    <dgm:pt modelId="{378345E1-53D3-EE48-AA3B-2D7B4A9364D4}" type="pres">
      <dgm:prSet presAssocID="{2219D08C-2E78-4C62-823F-9A2A35A52225}" presName="spacer" presStyleCnt="0"/>
      <dgm:spPr/>
    </dgm:pt>
    <dgm:pt modelId="{A70B5935-1CE6-F346-9371-AC7EF939063F}" type="pres">
      <dgm:prSet presAssocID="{61654BA3-29C3-4A30-BD27-A04DF36DD022}" presName="parentText" presStyleLbl="node1" presStyleIdx="3" presStyleCnt="4">
        <dgm:presLayoutVars>
          <dgm:chMax val="0"/>
          <dgm:bulletEnabled val="1"/>
        </dgm:presLayoutVars>
      </dgm:prSet>
      <dgm:spPr/>
    </dgm:pt>
  </dgm:ptLst>
  <dgm:cxnLst>
    <dgm:cxn modelId="{26D5C004-FB3C-0643-8B0F-6BC9BB95E4DF}" type="presOf" srcId="{61654BA3-29C3-4A30-BD27-A04DF36DD022}" destId="{A70B5935-1CE6-F346-9371-AC7EF939063F}" srcOrd="0" destOrd="0" presId="urn:microsoft.com/office/officeart/2005/8/layout/vList2"/>
    <dgm:cxn modelId="{D43E9153-C9D2-4975-B788-AA1B17A7E5AB}" srcId="{B6FD3FFA-1915-4246-B31C-AB291C399520}" destId="{A75F6E1A-E8AD-4BF0-82A6-A05FC90FEE0F}" srcOrd="0" destOrd="0" parTransId="{B872AE5C-FA49-4F13-9D6B-C08AAEA5BDB4}" sibTransId="{070C7B77-16FC-4B5D-A7FD-71EABBC00CE6}"/>
    <dgm:cxn modelId="{2CE26567-7DF0-2845-9629-D9443263A804}" type="presOf" srcId="{46490233-B117-4A1D-9F9F-8C2A659A1613}" destId="{EE67F499-E8B0-6340-981B-077E81F5A2BE}" srcOrd="0" destOrd="0" presId="urn:microsoft.com/office/officeart/2005/8/layout/vList2"/>
    <dgm:cxn modelId="{6EF3D770-8BE6-4646-8AFC-A2FED2FF1754}" type="presOf" srcId="{B6FD3FFA-1915-4246-B31C-AB291C399520}" destId="{BA737565-4185-1F43-8830-3051AD5B7E91}" srcOrd="0" destOrd="0" presId="urn:microsoft.com/office/officeart/2005/8/layout/vList2"/>
    <dgm:cxn modelId="{65493271-9087-CD43-9C0D-A53FC383AD8D}" type="presOf" srcId="{84941437-B0DF-496A-BE32-56C1EE16B6A5}" destId="{93B0A619-9A07-4A46-BA72-10691EFD96F8}" srcOrd="0" destOrd="0" presId="urn:microsoft.com/office/officeart/2005/8/layout/vList2"/>
    <dgm:cxn modelId="{6735F688-2D36-4AE2-B232-683D0E17040E}" srcId="{B6FD3FFA-1915-4246-B31C-AB291C399520}" destId="{61654BA3-29C3-4A30-BD27-A04DF36DD022}" srcOrd="3" destOrd="0" parTransId="{0C836067-A30A-416A-AC8E-3AC0BA93E478}" sibTransId="{F6023FAF-54CD-4DA9-BA34-A1D14181CD9E}"/>
    <dgm:cxn modelId="{EEF0B6B9-502A-473D-8874-9A7494A5A6E4}" srcId="{B6FD3FFA-1915-4246-B31C-AB291C399520}" destId="{46490233-B117-4A1D-9F9F-8C2A659A1613}" srcOrd="2" destOrd="0" parTransId="{CB4DE5AC-AC3E-46F9-A481-45901165FBF1}" sibTransId="{2219D08C-2E78-4C62-823F-9A2A35A52225}"/>
    <dgm:cxn modelId="{D01850DC-02E0-0541-9D04-8A4BE93C3AD1}" type="presOf" srcId="{A75F6E1A-E8AD-4BF0-82A6-A05FC90FEE0F}" destId="{5F6659BE-48BB-3245-BB46-9561DD9BF35D}" srcOrd="0" destOrd="0" presId="urn:microsoft.com/office/officeart/2005/8/layout/vList2"/>
    <dgm:cxn modelId="{274619EC-C798-4A2A-BC07-304D2A378B08}" srcId="{B6FD3FFA-1915-4246-B31C-AB291C399520}" destId="{84941437-B0DF-496A-BE32-56C1EE16B6A5}" srcOrd="1" destOrd="0" parTransId="{FCF4547B-EBBB-4603-8CA9-11DFDF75F17F}" sibTransId="{DFDC933A-16A7-493A-BA17-2A43A1BD7A16}"/>
    <dgm:cxn modelId="{7DC75A8D-B053-3A41-9838-2C3C40AA5BED}" type="presParOf" srcId="{BA737565-4185-1F43-8830-3051AD5B7E91}" destId="{5F6659BE-48BB-3245-BB46-9561DD9BF35D}" srcOrd="0" destOrd="0" presId="urn:microsoft.com/office/officeart/2005/8/layout/vList2"/>
    <dgm:cxn modelId="{AC3E35A7-EC60-524F-B92C-8E72527C7342}" type="presParOf" srcId="{BA737565-4185-1F43-8830-3051AD5B7E91}" destId="{0F98A38C-E74C-2A4D-AF68-54183AE4F685}" srcOrd="1" destOrd="0" presId="urn:microsoft.com/office/officeart/2005/8/layout/vList2"/>
    <dgm:cxn modelId="{52CD8F7D-7A94-7C42-A943-7C5B88E9F043}" type="presParOf" srcId="{BA737565-4185-1F43-8830-3051AD5B7E91}" destId="{93B0A619-9A07-4A46-BA72-10691EFD96F8}" srcOrd="2" destOrd="0" presId="urn:microsoft.com/office/officeart/2005/8/layout/vList2"/>
    <dgm:cxn modelId="{1A6BF76F-A8DE-D74C-846D-56CD974690AC}" type="presParOf" srcId="{BA737565-4185-1F43-8830-3051AD5B7E91}" destId="{90897C89-AA09-A046-8FFB-7ADF1ED49757}" srcOrd="3" destOrd="0" presId="urn:microsoft.com/office/officeart/2005/8/layout/vList2"/>
    <dgm:cxn modelId="{A3C42F16-24CB-4647-9723-6CFD6A7005D4}" type="presParOf" srcId="{BA737565-4185-1F43-8830-3051AD5B7E91}" destId="{EE67F499-E8B0-6340-981B-077E81F5A2BE}" srcOrd="4" destOrd="0" presId="urn:microsoft.com/office/officeart/2005/8/layout/vList2"/>
    <dgm:cxn modelId="{5E174D3E-E4B9-8342-A262-DFDE770EB73E}" type="presParOf" srcId="{BA737565-4185-1F43-8830-3051AD5B7E91}" destId="{378345E1-53D3-EE48-AA3B-2D7B4A9364D4}" srcOrd="5" destOrd="0" presId="urn:microsoft.com/office/officeart/2005/8/layout/vList2"/>
    <dgm:cxn modelId="{2611C88C-37A6-E64C-96E8-75CF1E727754}" type="presParOf" srcId="{BA737565-4185-1F43-8830-3051AD5B7E91}" destId="{A70B5935-1CE6-F346-9371-AC7EF939063F}"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98879AC-544E-4159-8BDE-2E15680A0833}" type="doc">
      <dgm:prSet loTypeId="urn:microsoft.com/office/officeart/2008/layout/LinedList" loCatId="list" qsTypeId="urn:microsoft.com/office/officeart/2005/8/quickstyle/simple1" qsCatId="simple" csTypeId="urn:microsoft.com/office/officeart/2005/8/colors/accent4_2" csCatId="accent4"/>
      <dgm:spPr/>
      <dgm:t>
        <a:bodyPr/>
        <a:lstStyle/>
        <a:p>
          <a:endParaRPr lang="en-US"/>
        </a:p>
      </dgm:t>
    </dgm:pt>
    <dgm:pt modelId="{6718DEC9-7DF9-41E3-880A-03B87B20D3C6}">
      <dgm:prSet/>
      <dgm:spPr/>
      <dgm:t>
        <a:bodyPr/>
        <a:lstStyle/>
        <a:p>
          <a:r>
            <a:rPr lang="en-US"/>
            <a:t>Deferrable constraints postpone enforcement until transaction commit (`DEFERRABLE INITIALLY DEFERRED`)</a:t>
          </a:r>
        </a:p>
      </dgm:t>
    </dgm:pt>
    <dgm:pt modelId="{13E55466-D7E1-402F-9AD3-ACA550E6DED7}" type="parTrans" cxnId="{E5F040BA-AB2A-4551-9A3E-ADFC8B439AB2}">
      <dgm:prSet/>
      <dgm:spPr/>
      <dgm:t>
        <a:bodyPr/>
        <a:lstStyle/>
        <a:p>
          <a:endParaRPr lang="en-US"/>
        </a:p>
      </dgm:t>
    </dgm:pt>
    <dgm:pt modelId="{71F022C4-D779-404C-8383-86A58B564724}" type="sibTrans" cxnId="{E5F040BA-AB2A-4551-9A3E-ADFC8B439AB2}">
      <dgm:prSet/>
      <dgm:spPr/>
      <dgm:t>
        <a:bodyPr/>
        <a:lstStyle/>
        <a:p>
          <a:endParaRPr lang="en-US"/>
        </a:p>
      </dgm:t>
    </dgm:pt>
    <dgm:pt modelId="{30880DCF-BF63-4A94-9479-2E2D2F3D93CB}">
      <dgm:prSet/>
      <dgm:spPr/>
      <dgm:t>
        <a:bodyPr/>
        <a:lstStyle/>
        <a:p>
          <a:r>
            <a:rPr lang="en-US"/>
            <a:t>Use `ALTER TABLE ... VALIDATE CONSTRAINT` when backfilling large datasets</a:t>
          </a:r>
        </a:p>
      </dgm:t>
    </dgm:pt>
    <dgm:pt modelId="{217B6BC4-3CAC-4965-ADD3-80F8F45A74ED}" type="parTrans" cxnId="{4326350D-5ABB-4D1E-B88D-8A7EAF006C8D}">
      <dgm:prSet/>
      <dgm:spPr/>
      <dgm:t>
        <a:bodyPr/>
        <a:lstStyle/>
        <a:p>
          <a:endParaRPr lang="en-US"/>
        </a:p>
      </dgm:t>
    </dgm:pt>
    <dgm:pt modelId="{1B71779D-7E59-4A3A-BDA8-B7243A7C120A}" type="sibTrans" cxnId="{4326350D-5ABB-4D1E-B88D-8A7EAF006C8D}">
      <dgm:prSet/>
      <dgm:spPr/>
      <dgm:t>
        <a:bodyPr/>
        <a:lstStyle/>
        <a:p>
          <a:endParaRPr lang="en-US"/>
        </a:p>
      </dgm:t>
    </dgm:pt>
    <dgm:pt modelId="{F6F7EBEF-398A-47C6-BD91-36A95F70D8E5}">
      <dgm:prSet/>
      <dgm:spPr/>
      <dgm:t>
        <a:bodyPr/>
        <a:lstStyle/>
        <a:p>
          <a:r>
            <a:rPr lang="en-US"/>
            <a:t>Document cascading behaviours for foreign keys (`ON DELETE CASCADE/SET NULL/RESTRICT`)</a:t>
          </a:r>
        </a:p>
      </dgm:t>
    </dgm:pt>
    <dgm:pt modelId="{738172AC-40F8-415F-9D42-F71E303EABD2}" type="parTrans" cxnId="{0AA4DA20-4989-42C5-BF6F-4C301207F1E5}">
      <dgm:prSet/>
      <dgm:spPr/>
      <dgm:t>
        <a:bodyPr/>
        <a:lstStyle/>
        <a:p>
          <a:endParaRPr lang="en-US"/>
        </a:p>
      </dgm:t>
    </dgm:pt>
    <dgm:pt modelId="{70879EF9-94DC-42C8-99F4-A05C2C448939}" type="sibTrans" cxnId="{0AA4DA20-4989-42C5-BF6F-4C301207F1E5}">
      <dgm:prSet/>
      <dgm:spPr/>
      <dgm:t>
        <a:bodyPr/>
        <a:lstStyle/>
        <a:p>
          <a:endParaRPr lang="en-US"/>
        </a:p>
      </dgm:t>
    </dgm:pt>
    <dgm:pt modelId="{FC389B9F-43C3-4778-89EB-6880A7886D78}">
      <dgm:prSet/>
      <dgm:spPr/>
      <dgm:t>
        <a:bodyPr/>
        <a:lstStyle/>
        <a:p>
          <a:r>
            <a:rPr lang="en-US"/>
            <a:t>Prefer declarative constraints over trigger-based validation when possible for planner awareness</a:t>
          </a:r>
        </a:p>
      </dgm:t>
    </dgm:pt>
    <dgm:pt modelId="{F299E4D6-5E84-4815-A6AA-56B402D8CAA8}" type="parTrans" cxnId="{DE96AF2B-29D7-470A-86C8-4536324BE9F7}">
      <dgm:prSet/>
      <dgm:spPr/>
      <dgm:t>
        <a:bodyPr/>
        <a:lstStyle/>
        <a:p>
          <a:endParaRPr lang="en-US"/>
        </a:p>
      </dgm:t>
    </dgm:pt>
    <dgm:pt modelId="{FACC9FB1-5A83-4C4B-A035-1CC6116C91DD}" type="sibTrans" cxnId="{DE96AF2B-29D7-470A-86C8-4536324BE9F7}">
      <dgm:prSet/>
      <dgm:spPr/>
      <dgm:t>
        <a:bodyPr/>
        <a:lstStyle/>
        <a:p>
          <a:endParaRPr lang="en-US"/>
        </a:p>
      </dgm:t>
    </dgm:pt>
    <dgm:pt modelId="{9397DD06-E777-5742-94BE-3AED7B8A4042}" type="pres">
      <dgm:prSet presAssocID="{798879AC-544E-4159-8BDE-2E15680A0833}" presName="vert0" presStyleCnt="0">
        <dgm:presLayoutVars>
          <dgm:dir/>
          <dgm:animOne val="branch"/>
          <dgm:animLvl val="lvl"/>
        </dgm:presLayoutVars>
      </dgm:prSet>
      <dgm:spPr/>
    </dgm:pt>
    <dgm:pt modelId="{445D944B-F496-5447-8C90-2F16E200C461}" type="pres">
      <dgm:prSet presAssocID="{6718DEC9-7DF9-41E3-880A-03B87B20D3C6}" presName="thickLine" presStyleLbl="alignNode1" presStyleIdx="0" presStyleCnt="4"/>
      <dgm:spPr/>
    </dgm:pt>
    <dgm:pt modelId="{B91B9E5E-926F-7040-BCF0-3DB9B0A4E32D}" type="pres">
      <dgm:prSet presAssocID="{6718DEC9-7DF9-41E3-880A-03B87B20D3C6}" presName="horz1" presStyleCnt="0"/>
      <dgm:spPr/>
    </dgm:pt>
    <dgm:pt modelId="{50BA5AE6-60EA-C044-ABBE-0901352FBE66}" type="pres">
      <dgm:prSet presAssocID="{6718DEC9-7DF9-41E3-880A-03B87B20D3C6}" presName="tx1" presStyleLbl="revTx" presStyleIdx="0" presStyleCnt="4"/>
      <dgm:spPr/>
    </dgm:pt>
    <dgm:pt modelId="{887710D7-82BA-8241-B0E3-9CEC4249BB57}" type="pres">
      <dgm:prSet presAssocID="{6718DEC9-7DF9-41E3-880A-03B87B20D3C6}" presName="vert1" presStyleCnt="0"/>
      <dgm:spPr/>
    </dgm:pt>
    <dgm:pt modelId="{E087E661-6DFE-1143-B986-8C83207642C5}" type="pres">
      <dgm:prSet presAssocID="{30880DCF-BF63-4A94-9479-2E2D2F3D93CB}" presName="thickLine" presStyleLbl="alignNode1" presStyleIdx="1" presStyleCnt="4"/>
      <dgm:spPr/>
    </dgm:pt>
    <dgm:pt modelId="{A4950C9D-94AE-4F4A-9AC6-AC8F7D486691}" type="pres">
      <dgm:prSet presAssocID="{30880DCF-BF63-4A94-9479-2E2D2F3D93CB}" presName="horz1" presStyleCnt="0"/>
      <dgm:spPr/>
    </dgm:pt>
    <dgm:pt modelId="{94A6DEEE-51A7-624F-BC77-B7B6DA8C7F5A}" type="pres">
      <dgm:prSet presAssocID="{30880DCF-BF63-4A94-9479-2E2D2F3D93CB}" presName="tx1" presStyleLbl="revTx" presStyleIdx="1" presStyleCnt="4"/>
      <dgm:spPr/>
    </dgm:pt>
    <dgm:pt modelId="{3BF5BAA1-C5E5-C345-8CD3-01C7B7BD0853}" type="pres">
      <dgm:prSet presAssocID="{30880DCF-BF63-4A94-9479-2E2D2F3D93CB}" presName="vert1" presStyleCnt="0"/>
      <dgm:spPr/>
    </dgm:pt>
    <dgm:pt modelId="{01B00AB9-1F36-B94F-ADD9-1C007B60CA1B}" type="pres">
      <dgm:prSet presAssocID="{F6F7EBEF-398A-47C6-BD91-36A95F70D8E5}" presName="thickLine" presStyleLbl="alignNode1" presStyleIdx="2" presStyleCnt="4"/>
      <dgm:spPr/>
    </dgm:pt>
    <dgm:pt modelId="{7E432F24-DE3C-3849-B350-E81EC2D61E13}" type="pres">
      <dgm:prSet presAssocID="{F6F7EBEF-398A-47C6-BD91-36A95F70D8E5}" presName="horz1" presStyleCnt="0"/>
      <dgm:spPr/>
    </dgm:pt>
    <dgm:pt modelId="{13E5466F-C0E8-5B4B-B430-21DBDCA765C4}" type="pres">
      <dgm:prSet presAssocID="{F6F7EBEF-398A-47C6-BD91-36A95F70D8E5}" presName="tx1" presStyleLbl="revTx" presStyleIdx="2" presStyleCnt="4"/>
      <dgm:spPr/>
    </dgm:pt>
    <dgm:pt modelId="{F1A0CC1B-B120-4942-9814-AA25E75B51B1}" type="pres">
      <dgm:prSet presAssocID="{F6F7EBEF-398A-47C6-BD91-36A95F70D8E5}" presName="vert1" presStyleCnt="0"/>
      <dgm:spPr/>
    </dgm:pt>
    <dgm:pt modelId="{F8EECEEF-1DE6-F246-B582-4D19D962ECE6}" type="pres">
      <dgm:prSet presAssocID="{FC389B9F-43C3-4778-89EB-6880A7886D78}" presName="thickLine" presStyleLbl="alignNode1" presStyleIdx="3" presStyleCnt="4"/>
      <dgm:spPr/>
    </dgm:pt>
    <dgm:pt modelId="{750D1D30-7B9E-2F4B-9BB1-71C1D0639627}" type="pres">
      <dgm:prSet presAssocID="{FC389B9F-43C3-4778-89EB-6880A7886D78}" presName="horz1" presStyleCnt="0"/>
      <dgm:spPr/>
    </dgm:pt>
    <dgm:pt modelId="{24C0009B-3025-D84B-A0B5-3DFAF117F6AC}" type="pres">
      <dgm:prSet presAssocID="{FC389B9F-43C3-4778-89EB-6880A7886D78}" presName="tx1" presStyleLbl="revTx" presStyleIdx="3" presStyleCnt="4"/>
      <dgm:spPr/>
    </dgm:pt>
    <dgm:pt modelId="{D20B7DC4-C8A0-1643-A47A-37DC43B66FB0}" type="pres">
      <dgm:prSet presAssocID="{FC389B9F-43C3-4778-89EB-6880A7886D78}" presName="vert1" presStyleCnt="0"/>
      <dgm:spPr/>
    </dgm:pt>
  </dgm:ptLst>
  <dgm:cxnLst>
    <dgm:cxn modelId="{4326350D-5ABB-4D1E-B88D-8A7EAF006C8D}" srcId="{798879AC-544E-4159-8BDE-2E15680A0833}" destId="{30880DCF-BF63-4A94-9479-2E2D2F3D93CB}" srcOrd="1" destOrd="0" parTransId="{217B6BC4-3CAC-4965-ADD3-80F8F45A74ED}" sibTransId="{1B71779D-7E59-4A3A-BDA8-B7243A7C120A}"/>
    <dgm:cxn modelId="{0AA4DA20-4989-42C5-BF6F-4C301207F1E5}" srcId="{798879AC-544E-4159-8BDE-2E15680A0833}" destId="{F6F7EBEF-398A-47C6-BD91-36A95F70D8E5}" srcOrd="2" destOrd="0" parTransId="{738172AC-40F8-415F-9D42-F71E303EABD2}" sibTransId="{70879EF9-94DC-42C8-99F4-A05C2C448939}"/>
    <dgm:cxn modelId="{DE96AF2B-29D7-470A-86C8-4536324BE9F7}" srcId="{798879AC-544E-4159-8BDE-2E15680A0833}" destId="{FC389B9F-43C3-4778-89EB-6880A7886D78}" srcOrd="3" destOrd="0" parTransId="{F299E4D6-5E84-4815-A6AA-56B402D8CAA8}" sibTransId="{FACC9FB1-5A83-4C4B-A035-1CC6116C91DD}"/>
    <dgm:cxn modelId="{16BAE365-FE3B-1D4F-8578-AD8CA25635BB}" type="presOf" srcId="{798879AC-544E-4159-8BDE-2E15680A0833}" destId="{9397DD06-E777-5742-94BE-3AED7B8A4042}" srcOrd="0" destOrd="0" presId="urn:microsoft.com/office/officeart/2008/layout/LinedList"/>
    <dgm:cxn modelId="{5174CA71-C50E-9443-8154-D3FEB265BFEA}" type="presOf" srcId="{FC389B9F-43C3-4778-89EB-6880A7886D78}" destId="{24C0009B-3025-D84B-A0B5-3DFAF117F6AC}" srcOrd="0" destOrd="0" presId="urn:microsoft.com/office/officeart/2008/layout/LinedList"/>
    <dgm:cxn modelId="{6F5290A6-8250-5F4D-9278-5A08ED626F36}" type="presOf" srcId="{F6F7EBEF-398A-47C6-BD91-36A95F70D8E5}" destId="{13E5466F-C0E8-5B4B-B430-21DBDCA765C4}" srcOrd="0" destOrd="0" presId="urn:microsoft.com/office/officeart/2008/layout/LinedList"/>
    <dgm:cxn modelId="{E5F040BA-AB2A-4551-9A3E-ADFC8B439AB2}" srcId="{798879AC-544E-4159-8BDE-2E15680A0833}" destId="{6718DEC9-7DF9-41E3-880A-03B87B20D3C6}" srcOrd="0" destOrd="0" parTransId="{13E55466-D7E1-402F-9AD3-ACA550E6DED7}" sibTransId="{71F022C4-D779-404C-8383-86A58B564724}"/>
    <dgm:cxn modelId="{55B0B5C9-F650-A642-844A-E94F0ED6E30D}" type="presOf" srcId="{30880DCF-BF63-4A94-9479-2E2D2F3D93CB}" destId="{94A6DEEE-51A7-624F-BC77-B7B6DA8C7F5A}" srcOrd="0" destOrd="0" presId="urn:microsoft.com/office/officeart/2008/layout/LinedList"/>
    <dgm:cxn modelId="{6B48DFEA-660C-524D-9804-60F74DA4CAEB}" type="presOf" srcId="{6718DEC9-7DF9-41E3-880A-03B87B20D3C6}" destId="{50BA5AE6-60EA-C044-ABBE-0901352FBE66}" srcOrd="0" destOrd="0" presId="urn:microsoft.com/office/officeart/2008/layout/LinedList"/>
    <dgm:cxn modelId="{00D87E47-FDB5-EC4D-80E1-608D93D2F101}" type="presParOf" srcId="{9397DD06-E777-5742-94BE-3AED7B8A4042}" destId="{445D944B-F496-5447-8C90-2F16E200C461}" srcOrd="0" destOrd="0" presId="urn:microsoft.com/office/officeart/2008/layout/LinedList"/>
    <dgm:cxn modelId="{DC6E88F2-4A4E-AE4A-A3B4-5665DE2FF813}" type="presParOf" srcId="{9397DD06-E777-5742-94BE-3AED7B8A4042}" destId="{B91B9E5E-926F-7040-BCF0-3DB9B0A4E32D}" srcOrd="1" destOrd="0" presId="urn:microsoft.com/office/officeart/2008/layout/LinedList"/>
    <dgm:cxn modelId="{9A953DEC-E14A-0E4D-AC38-C054E8085960}" type="presParOf" srcId="{B91B9E5E-926F-7040-BCF0-3DB9B0A4E32D}" destId="{50BA5AE6-60EA-C044-ABBE-0901352FBE66}" srcOrd="0" destOrd="0" presId="urn:microsoft.com/office/officeart/2008/layout/LinedList"/>
    <dgm:cxn modelId="{EABDC1C7-7A97-6045-AE17-C4BA698933A8}" type="presParOf" srcId="{B91B9E5E-926F-7040-BCF0-3DB9B0A4E32D}" destId="{887710D7-82BA-8241-B0E3-9CEC4249BB57}" srcOrd="1" destOrd="0" presId="urn:microsoft.com/office/officeart/2008/layout/LinedList"/>
    <dgm:cxn modelId="{48977A26-4E32-2141-B818-7A0274E4A5F0}" type="presParOf" srcId="{9397DD06-E777-5742-94BE-3AED7B8A4042}" destId="{E087E661-6DFE-1143-B986-8C83207642C5}" srcOrd="2" destOrd="0" presId="urn:microsoft.com/office/officeart/2008/layout/LinedList"/>
    <dgm:cxn modelId="{ADFD1D0D-B09D-CB41-889F-8292B1551368}" type="presParOf" srcId="{9397DD06-E777-5742-94BE-3AED7B8A4042}" destId="{A4950C9D-94AE-4F4A-9AC6-AC8F7D486691}" srcOrd="3" destOrd="0" presId="urn:microsoft.com/office/officeart/2008/layout/LinedList"/>
    <dgm:cxn modelId="{647F989F-CF5F-C24F-A0C5-9AEDDF83FE35}" type="presParOf" srcId="{A4950C9D-94AE-4F4A-9AC6-AC8F7D486691}" destId="{94A6DEEE-51A7-624F-BC77-B7B6DA8C7F5A}" srcOrd="0" destOrd="0" presId="urn:microsoft.com/office/officeart/2008/layout/LinedList"/>
    <dgm:cxn modelId="{1E5E0591-C3DB-9C4B-AFD9-29A5B1C46DCA}" type="presParOf" srcId="{A4950C9D-94AE-4F4A-9AC6-AC8F7D486691}" destId="{3BF5BAA1-C5E5-C345-8CD3-01C7B7BD0853}" srcOrd="1" destOrd="0" presId="urn:microsoft.com/office/officeart/2008/layout/LinedList"/>
    <dgm:cxn modelId="{D46E4F00-06DE-AD4E-9D96-B1F7318AEE2E}" type="presParOf" srcId="{9397DD06-E777-5742-94BE-3AED7B8A4042}" destId="{01B00AB9-1F36-B94F-ADD9-1C007B60CA1B}" srcOrd="4" destOrd="0" presId="urn:microsoft.com/office/officeart/2008/layout/LinedList"/>
    <dgm:cxn modelId="{19BD1EEE-D5E9-E54F-804E-273A6929159C}" type="presParOf" srcId="{9397DD06-E777-5742-94BE-3AED7B8A4042}" destId="{7E432F24-DE3C-3849-B350-E81EC2D61E13}" srcOrd="5" destOrd="0" presId="urn:microsoft.com/office/officeart/2008/layout/LinedList"/>
    <dgm:cxn modelId="{E0718E34-7C50-1B45-8F00-8DF77D5E569B}" type="presParOf" srcId="{7E432F24-DE3C-3849-B350-E81EC2D61E13}" destId="{13E5466F-C0E8-5B4B-B430-21DBDCA765C4}" srcOrd="0" destOrd="0" presId="urn:microsoft.com/office/officeart/2008/layout/LinedList"/>
    <dgm:cxn modelId="{1DB5832E-02AA-E643-8131-208801404640}" type="presParOf" srcId="{7E432F24-DE3C-3849-B350-E81EC2D61E13}" destId="{F1A0CC1B-B120-4942-9814-AA25E75B51B1}" srcOrd="1" destOrd="0" presId="urn:microsoft.com/office/officeart/2008/layout/LinedList"/>
    <dgm:cxn modelId="{16855222-9495-904B-95D9-5A9C414E5FBC}" type="presParOf" srcId="{9397DD06-E777-5742-94BE-3AED7B8A4042}" destId="{F8EECEEF-1DE6-F246-B582-4D19D962ECE6}" srcOrd="6" destOrd="0" presId="urn:microsoft.com/office/officeart/2008/layout/LinedList"/>
    <dgm:cxn modelId="{147E6377-B198-534A-8A4A-0DD1D28D28BE}" type="presParOf" srcId="{9397DD06-E777-5742-94BE-3AED7B8A4042}" destId="{750D1D30-7B9E-2F4B-9BB1-71C1D0639627}" srcOrd="7" destOrd="0" presId="urn:microsoft.com/office/officeart/2008/layout/LinedList"/>
    <dgm:cxn modelId="{C328FDC7-6609-FE44-A619-D64236A9F963}" type="presParOf" srcId="{750D1D30-7B9E-2F4B-9BB1-71C1D0639627}" destId="{24C0009B-3025-D84B-A0B5-3DFAF117F6AC}" srcOrd="0" destOrd="0" presId="urn:microsoft.com/office/officeart/2008/layout/LinedList"/>
    <dgm:cxn modelId="{F1C087C0-AE7B-954E-9270-4A4115767C30}" type="presParOf" srcId="{750D1D30-7B9E-2F4B-9BB1-71C1D0639627}" destId="{D20B7DC4-C8A0-1643-A47A-37DC43B66FB0}"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A72682D0-B158-4310-9388-49E029EF023A}" type="doc">
      <dgm:prSet loTypeId="urn:microsoft.com/office/officeart/2008/layout/LinedList" loCatId="list" qsTypeId="urn:microsoft.com/office/officeart/2005/8/quickstyle/simple1" qsCatId="simple" csTypeId="urn:microsoft.com/office/officeart/2005/8/colors/accent4_2" csCatId="accent4"/>
      <dgm:spPr/>
      <dgm:t>
        <a:bodyPr/>
        <a:lstStyle/>
        <a:p>
          <a:endParaRPr lang="en-US"/>
        </a:p>
      </dgm:t>
    </dgm:pt>
    <dgm:pt modelId="{8A683C87-57FB-420F-A504-A1C382F5DE25}">
      <dgm:prSet/>
      <dgm:spPr/>
      <dgm:t>
        <a:bodyPr/>
        <a:lstStyle/>
        <a:p>
          <a:r>
            <a:rPr lang="en-US"/>
            <a:t>Triggers fire on table events: `INSERT`, `UPDATE`, `DELETE`, `TRUNCATE`</a:t>
          </a:r>
        </a:p>
      </dgm:t>
    </dgm:pt>
    <dgm:pt modelId="{4BE426F0-E196-4E55-9CAB-BF35582C0F2E}" type="parTrans" cxnId="{35BA1C77-1D53-4E62-94F1-1B1225827BDC}">
      <dgm:prSet/>
      <dgm:spPr/>
      <dgm:t>
        <a:bodyPr/>
        <a:lstStyle/>
        <a:p>
          <a:endParaRPr lang="en-US"/>
        </a:p>
      </dgm:t>
    </dgm:pt>
    <dgm:pt modelId="{6822754F-C70D-42D5-95D3-DF266B7DCA27}" type="sibTrans" cxnId="{35BA1C77-1D53-4E62-94F1-1B1225827BDC}">
      <dgm:prSet/>
      <dgm:spPr/>
      <dgm:t>
        <a:bodyPr/>
        <a:lstStyle/>
        <a:p>
          <a:endParaRPr lang="en-US"/>
        </a:p>
      </dgm:t>
    </dgm:pt>
    <dgm:pt modelId="{2E0BF971-CB86-4B30-9DA3-4C73241CD503}">
      <dgm:prSet/>
      <dgm:spPr/>
      <dgm:t>
        <a:bodyPr/>
        <a:lstStyle/>
        <a:p>
          <a:r>
            <a:rPr lang="en-US"/>
            <a:t>Timing: `BEFORE` for validation/mutation, `AFTER` for logging or side effects</a:t>
          </a:r>
        </a:p>
      </dgm:t>
    </dgm:pt>
    <dgm:pt modelId="{138D5E39-0378-491E-9BC3-8DDBB400CAB1}" type="parTrans" cxnId="{7D58A76F-B302-44AD-ADB2-A3B1B0853543}">
      <dgm:prSet/>
      <dgm:spPr/>
      <dgm:t>
        <a:bodyPr/>
        <a:lstStyle/>
        <a:p>
          <a:endParaRPr lang="en-US"/>
        </a:p>
      </dgm:t>
    </dgm:pt>
    <dgm:pt modelId="{F2867ACB-E4CE-4C0B-B018-BC35B544552F}" type="sibTrans" cxnId="{7D58A76F-B302-44AD-ADB2-A3B1B0853543}">
      <dgm:prSet/>
      <dgm:spPr/>
      <dgm:t>
        <a:bodyPr/>
        <a:lstStyle/>
        <a:p>
          <a:endParaRPr lang="en-US"/>
        </a:p>
      </dgm:t>
    </dgm:pt>
    <dgm:pt modelId="{483F05B4-7CBA-4D5E-9D99-ADF4A30D5908}">
      <dgm:prSet/>
      <dgm:spPr/>
      <dgm:t>
        <a:bodyPr/>
        <a:lstStyle/>
        <a:p>
          <a:r>
            <a:rPr lang="en-US"/>
            <a:t>Statement vs row-level triggers based on workload characteristics</a:t>
          </a:r>
        </a:p>
      </dgm:t>
    </dgm:pt>
    <dgm:pt modelId="{E0E5DD83-8D56-4742-A88B-E0DD2B834DD5}" type="parTrans" cxnId="{0F4DEBC8-796A-43FA-9112-662D5B46704D}">
      <dgm:prSet/>
      <dgm:spPr/>
      <dgm:t>
        <a:bodyPr/>
        <a:lstStyle/>
        <a:p>
          <a:endParaRPr lang="en-US"/>
        </a:p>
      </dgm:t>
    </dgm:pt>
    <dgm:pt modelId="{CA13566B-A94E-44FF-A8DF-0D49002DBBB5}" type="sibTrans" cxnId="{0F4DEBC8-796A-43FA-9112-662D5B46704D}">
      <dgm:prSet/>
      <dgm:spPr/>
      <dgm:t>
        <a:bodyPr/>
        <a:lstStyle/>
        <a:p>
          <a:endParaRPr lang="en-US"/>
        </a:p>
      </dgm:t>
    </dgm:pt>
    <dgm:pt modelId="{3D9DDD9E-BDF9-4734-A0DA-646C32CA6D92}">
      <dgm:prSet/>
      <dgm:spPr/>
      <dgm:t>
        <a:bodyPr/>
        <a:lstStyle/>
        <a:p>
          <a:r>
            <a:rPr lang="en-US"/>
            <a:t>Executed function must return appropriate record (`NEW`/`OLD`) for row-level triggers</a:t>
          </a:r>
        </a:p>
      </dgm:t>
    </dgm:pt>
    <dgm:pt modelId="{141365AC-61F4-4150-B4EE-70F093B09DD4}" type="parTrans" cxnId="{F7F3CD63-CCE1-4D51-9D5B-D3842A9F75AA}">
      <dgm:prSet/>
      <dgm:spPr/>
      <dgm:t>
        <a:bodyPr/>
        <a:lstStyle/>
        <a:p>
          <a:endParaRPr lang="en-US"/>
        </a:p>
      </dgm:t>
    </dgm:pt>
    <dgm:pt modelId="{D6A6D5FD-A432-4C11-B9A2-7498E5CB2AF1}" type="sibTrans" cxnId="{F7F3CD63-CCE1-4D51-9D5B-D3842A9F75AA}">
      <dgm:prSet/>
      <dgm:spPr/>
      <dgm:t>
        <a:bodyPr/>
        <a:lstStyle/>
        <a:p>
          <a:endParaRPr lang="en-US"/>
        </a:p>
      </dgm:t>
    </dgm:pt>
    <dgm:pt modelId="{264B4D93-A9ED-C247-B0DF-38C55EE8A45F}" type="pres">
      <dgm:prSet presAssocID="{A72682D0-B158-4310-9388-49E029EF023A}" presName="vert0" presStyleCnt="0">
        <dgm:presLayoutVars>
          <dgm:dir/>
          <dgm:animOne val="branch"/>
          <dgm:animLvl val="lvl"/>
        </dgm:presLayoutVars>
      </dgm:prSet>
      <dgm:spPr/>
    </dgm:pt>
    <dgm:pt modelId="{F01E8A60-9440-C443-8148-A77585A093E2}" type="pres">
      <dgm:prSet presAssocID="{8A683C87-57FB-420F-A504-A1C382F5DE25}" presName="thickLine" presStyleLbl="alignNode1" presStyleIdx="0" presStyleCnt="4"/>
      <dgm:spPr/>
    </dgm:pt>
    <dgm:pt modelId="{80643DB4-2480-5841-8793-132B64D6DEAD}" type="pres">
      <dgm:prSet presAssocID="{8A683C87-57FB-420F-A504-A1C382F5DE25}" presName="horz1" presStyleCnt="0"/>
      <dgm:spPr/>
    </dgm:pt>
    <dgm:pt modelId="{E9E91196-585F-4C4C-B501-D8DD6C45F6D9}" type="pres">
      <dgm:prSet presAssocID="{8A683C87-57FB-420F-A504-A1C382F5DE25}" presName="tx1" presStyleLbl="revTx" presStyleIdx="0" presStyleCnt="4"/>
      <dgm:spPr/>
    </dgm:pt>
    <dgm:pt modelId="{8685E0B1-4580-C04D-8048-4F110F6E74A3}" type="pres">
      <dgm:prSet presAssocID="{8A683C87-57FB-420F-A504-A1C382F5DE25}" presName="vert1" presStyleCnt="0"/>
      <dgm:spPr/>
    </dgm:pt>
    <dgm:pt modelId="{A2D4B54F-6F2B-3E40-BF36-D085127E57DD}" type="pres">
      <dgm:prSet presAssocID="{2E0BF971-CB86-4B30-9DA3-4C73241CD503}" presName="thickLine" presStyleLbl="alignNode1" presStyleIdx="1" presStyleCnt="4"/>
      <dgm:spPr/>
    </dgm:pt>
    <dgm:pt modelId="{3F903F01-4B25-7A44-8E2A-D65238934F79}" type="pres">
      <dgm:prSet presAssocID="{2E0BF971-CB86-4B30-9DA3-4C73241CD503}" presName="horz1" presStyleCnt="0"/>
      <dgm:spPr/>
    </dgm:pt>
    <dgm:pt modelId="{0D9997C7-AADE-2843-A397-2EEF084B956D}" type="pres">
      <dgm:prSet presAssocID="{2E0BF971-CB86-4B30-9DA3-4C73241CD503}" presName="tx1" presStyleLbl="revTx" presStyleIdx="1" presStyleCnt="4"/>
      <dgm:spPr/>
    </dgm:pt>
    <dgm:pt modelId="{07AC6514-E04C-484F-9E7C-C6053A4AE1F5}" type="pres">
      <dgm:prSet presAssocID="{2E0BF971-CB86-4B30-9DA3-4C73241CD503}" presName="vert1" presStyleCnt="0"/>
      <dgm:spPr/>
    </dgm:pt>
    <dgm:pt modelId="{4D9F8B9B-FCA3-7F47-80D9-DFC1EEFC291C}" type="pres">
      <dgm:prSet presAssocID="{483F05B4-7CBA-4D5E-9D99-ADF4A30D5908}" presName="thickLine" presStyleLbl="alignNode1" presStyleIdx="2" presStyleCnt="4"/>
      <dgm:spPr/>
    </dgm:pt>
    <dgm:pt modelId="{63184BDB-D6D4-1240-946A-981413A0B4DC}" type="pres">
      <dgm:prSet presAssocID="{483F05B4-7CBA-4D5E-9D99-ADF4A30D5908}" presName="horz1" presStyleCnt="0"/>
      <dgm:spPr/>
    </dgm:pt>
    <dgm:pt modelId="{CC8BA8BA-8E49-4C43-B0D2-8529218DFCEB}" type="pres">
      <dgm:prSet presAssocID="{483F05B4-7CBA-4D5E-9D99-ADF4A30D5908}" presName="tx1" presStyleLbl="revTx" presStyleIdx="2" presStyleCnt="4"/>
      <dgm:spPr/>
    </dgm:pt>
    <dgm:pt modelId="{A82B081D-6183-FF48-B84C-194E3DFBDC55}" type="pres">
      <dgm:prSet presAssocID="{483F05B4-7CBA-4D5E-9D99-ADF4A30D5908}" presName="vert1" presStyleCnt="0"/>
      <dgm:spPr/>
    </dgm:pt>
    <dgm:pt modelId="{044A7925-1161-C24F-A472-BE6DAFD131A6}" type="pres">
      <dgm:prSet presAssocID="{3D9DDD9E-BDF9-4734-A0DA-646C32CA6D92}" presName="thickLine" presStyleLbl="alignNode1" presStyleIdx="3" presStyleCnt="4"/>
      <dgm:spPr/>
    </dgm:pt>
    <dgm:pt modelId="{4C6DA972-D8E3-894F-BC7C-6855009EA0A3}" type="pres">
      <dgm:prSet presAssocID="{3D9DDD9E-BDF9-4734-A0DA-646C32CA6D92}" presName="horz1" presStyleCnt="0"/>
      <dgm:spPr/>
    </dgm:pt>
    <dgm:pt modelId="{E9C7EF65-E057-E94F-89B7-DF7C6F9BFD2B}" type="pres">
      <dgm:prSet presAssocID="{3D9DDD9E-BDF9-4734-A0DA-646C32CA6D92}" presName="tx1" presStyleLbl="revTx" presStyleIdx="3" presStyleCnt="4"/>
      <dgm:spPr/>
    </dgm:pt>
    <dgm:pt modelId="{BA3D48FA-BC2A-C145-A022-8637FADAC244}" type="pres">
      <dgm:prSet presAssocID="{3D9DDD9E-BDF9-4734-A0DA-646C32CA6D92}" presName="vert1" presStyleCnt="0"/>
      <dgm:spPr/>
    </dgm:pt>
  </dgm:ptLst>
  <dgm:cxnLst>
    <dgm:cxn modelId="{33D2A734-F951-B74C-B5B6-2128BD223663}" type="presOf" srcId="{2E0BF971-CB86-4B30-9DA3-4C73241CD503}" destId="{0D9997C7-AADE-2843-A397-2EEF084B956D}" srcOrd="0" destOrd="0" presId="urn:microsoft.com/office/officeart/2008/layout/LinedList"/>
    <dgm:cxn modelId="{BC6B394A-8FF4-B54C-8D9C-2FDE2C6A52CD}" type="presOf" srcId="{A72682D0-B158-4310-9388-49E029EF023A}" destId="{264B4D93-A9ED-C247-B0DF-38C55EE8A45F}" srcOrd="0" destOrd="0" presId="urn:microsoft.com/office/officeart/2008/layout/LinedList"/>
    <dgm:cxn modelId="{F7F3CD63-CCE1-4D51-9D5B-D3842A9F75AA}" srcId="{A72682D0-B158-4310-9388-49E029EF023A}" destId="{3D9DDD9E-BDF9-4734-A0DA-646C32CA6D92}" srcOrd="3" destOrd="0" parTransId="{141365AC-61F4-4150-B4EE-70F093B09DD4}" sibTransId="{D6A6D5FD-A432-4C11-B9A2-7498E5CB2AF1}"/>
    <dgm:cxn modelId="{8BED2D64-0FAC-904E-A589-9214ECA7BD33}" type="presOf" srcId="{483F05B4-7CBA-4D5E-9D99-ADF4A30D5908}" destId="{CC8BA8BA-8E49-4C43-B0D2-8529218DFCEB}" srcOrd="0" destOrd="0" presId="urn:microsoft.com/office/officeart/2008/layout/LinedList"/>
    <dgm:cxn modelId="{48702F6E-C00E-9340-B450-8387B215DC97}" type="presOf" srcId="{8A683C87-57FB-420F-A504-A1C382F5DE25}" destId="{E9E91196-585F-4C4C-B501-D8DD6C45F6D9}" srcOrd="0" destOrd="0" presId="urn:microsoft.com/office/officeart/2008/layout/LinedList"/>
    <dgm:cxn modelId="{7D58A76F-B302-44AD-ADB2-A3B1B0853543}" srcId="{A72682D0-B158-4310-9388-49E029EF023A}" destId="{2E0BF971-CB86-4B30-9DA3-4C73241CD503}" srcOrd="1" destOrd="0" parTransId="{138D5E39-0378-491E-9BC3-8DDBB400CAB1}" sibTransId="{F2867ACB-E4CE-4C0B-B018-BC35B544552F}"/>
    <dgm:cxn modelId="{35BA1C77-1D53-4E62-94F1-1B1225827BDC}" srcId="{A72682D0-B158-4310-9388-49E029EF023A}" destId="{8A683C87-57FB-420F-A504-A1C382F5DE25}" srcOrd="0" destOrd="0" parTransId="{4BE426F0-E196-4E55-9CAB-BF35582C0F2E}" sibTransId="{6822754F-C70D-42D5-95D3-DF266B7DCA27}"/>
    <dgm:cxn modelId="{0F4DEBC8-796A-43FA-9112-662D5B46704D}" srcId="{A72682D0-B158-4310-9388-49E029EF023A}" destId="{483F05B4-7CBA-4D5E-9D99-ADF4A30D5908}" srcOrd="2" destOrd="0" parTransId="{E0E5DD83-8D56-4742-A88B-E0DD2B834DD5}" sibTransId="{CA13566B-A94E-44FF-A8DF-0D49002DBBB5}"/>
    <dgm:cxn modelId="{7091C5EE-80A9-764A-B553-CEBEF58B98A7}" type="presOf" srcId="{3D9DDD9E-BDF9-4734-A0DA-646C32CA6D92}" destId="{E9C7EF65-E057-E94F-89B7-DF7C6F9BFD2B}" srcOrd="0" destOrd="0" presId="urn:microsoft.com/office/officeart/2008/layout/LinedList"/>
    <dgm:cxn modelId="{CCC71A38-087E-A745-B7B7-858F58FAFEDA}" type="presParOf" srcId="{264B4D93-A9ED-C247-B0DF-38C55EE8A45F}" destId="{F01E8A60-9440-C443-8148-A77585A093E2}" srcOrd="0" destOrd="0" presId="urn:microsoft.com/office/officeart/2008/layout/LinedList"/>
    <dgm:cxn modelId="{1E543569-778D-364A-8923-C31ADBDD10A2}" type="presParOf" srcId="{264B4D93-A9ED-C247-B0DF-38C55EE8A45F}" destId="{80643DB4-2480-5841-8793-132B64D6DEAD}" srcOrd="1" destOrd="0" presId="urn:microsoft.com/office/officeart/2008/layout/LinedList"/>
    <dgm:cxn modelId="{EB19A40E-0045-404F-97B0-C5E936C28D95}" type="presParOf" srcId="{80643DB4-2480-5841-8793-132B64D6DEAD}" destId="{E9E91196-585F-4C4C-B501-D8DD6C45F6D9}" srcOrd="0" destOrd="0" presId="urn:microsoft.com/office/officeart/2008/layout/LinedList"/>
    <dgm:cxn modelId="{40F40C48-A3E2-2C4D-9A68-BC9974D22ECE}" type="presParOf" srcId="{80643DB4-2480-5841-8793-132B64D6DEAD}" destId="{8685E0B1-4580-C04D-8048-4F110F6E74A3}" srcOrd="1" destOrd="0" presId="urn:microsoft.com/office/officeart/2008/layout/LinedList"/>
    <dgm:cxn modelId="{4C726062-FFBE-9546-BEC9-DF883E7C6A94}" type="presParOf" srcId="{264B4D93-A9ED-C247-B0DF-38C55EE8A45F}" destId="{A2D4B54F-6F2B-3E40-BF36-D085127E57DD}" srcOrd="2" destOrd="0" presId="urn:microsoft.com/office/officeart/2008/layout/LinedList"/>
    <dgm:cxn modelId="{971E9FCB-BDDC-4D42-85BE-4ABA6390111E}" type="presParOf" srcId="{264B4D93-A9ED-C247-B0DF-38C55EE8A45F}" destId="{3F903F01-4B25-7A44-8E2A-D65238934F79}" srcOrd="3" destOrd="0" presId="urn:microsoft.com/office/officeart/2008/layout/LinedList"/>
    <dgm:cxn modelId="{086B74E5-6D30-CE41-BB4C-FE3E83DC501E}" type="presParOf" srcId="{3F903F01-4B25-7A44-8E2A-D65238934F79}" destId="{0D9997C7-AADE-2843-A397-2EEF084B956D}" srcOrd="0" destOrd="0" presId="urn:microsoft.com/office/officeart/2008/layout/LinedList"/>
    <dgm:cxn modelId="{E5F39029-3165-624D-AA69-5DB93FE6F8C7}" type="presParOf" srcId="{3F903F01-4B25-7A44-8E2A-D65238934F79}" destId="{07AC6514-E04C-484F-9E7C-C6053A4AE1F5}" srcOrd="1" destOrd="0" presId="urn:microsoft.com/office/officeart/2008/layout/LinedList"/>
    <dgm:cxn modelId="{5D1B40EC-C6AC-764F-923F-A3D931170FD2}" type="presParOf" srcId="{264B4D93-A9ED-C247-B0DF-38C55EE8A45F}" destId="{4D9F8B9B-FCA3-7F47-80D9-DFC1EEFC291C}" srcOrd="4" destOrd="0" presId="urn:microsoft.com/office/officeart/2008/layout/LinedList"/>
    <dgm:cxn modelId="{BB6FD6FE-41D6-CC44-B615-10D2A619A673}" type="presParOf" srcId="{264B4D93-A9ED-C247-B0DF-38C55EE8A45F}" destId="{63184BDB-D6D4-1240-946A-981413A0B4DC}" srcOrd="5" destOrd="0" presId="urn:microsoft.com/office/officeart/2008/layout/LinedList"/>
    <dgm:cxn modelId="{E6F6BF39-B1A1-0E46-975D-3B600987E27D}" type="presParOf" srcId="{63184BDB-D6D4-1240-946A-981413A0B4DC}" destId="{CC8BA8BA-8E49-4C43-B0D2-8529218DFCEB}" srcOrd="0" destOrd="0" presId="urn:microsoft.com/office/officeart/2008/layout/LinedList"/>
    <dgm:cxn modelId="{24557BAA-62F9-B249-83E0-18B68F2BDF53}" type="presParOf" srcId="{63184BDB-D6D4-1240-946A-981413A0B4DC}" destId="{A82B081D-6183-FF48-B84C-194E3DFBDC55}" srcOrd="1" destOrd="0" presId="urn:microsoft.com/office/officeart/2008/layout/LinedList"/>
    <dgm:cxn modelId="{1A31F36D-793A-C043-8B97-84238A820CCD}" type="presParOf" srcId="{264B4D93-A9ED-C247-B0DF-38C55EE8A45F}" destId="{044A7925-1161-C24F-A472-BE6DAFD131A6}" srcOrd="6" destOrd="0" presId="urn:microsoft.com/office/officeart/2008/layout/LinedList"/>
    <dgm:cxn modelId="{F6099D89-2E79-F44A-9421-385EE65D7F57}" type="presParOf" srcId="{264B4D93-A9ED-C247-B0DF-38C55EE8A45F}" destId="{4C6DA972-D8E3-894F-BC7C-6855009EA0A3}" srcOrd="7" destOrd="0" presId="urn:microsoft.com/office/officeart/2008/layout/LinedList"/>
    <dgm:cxn modelId="{71842D7B-5484-B645-8AAC-B6145DCE2FC7}" type="presParOf" srcId="{4C6DA972-D8E3-894F-BC7C-6855009EA0A3}" destId="{E9C7EF65-E057-E94F-89B7-DF7C6F9BFD2B}" srcOrd="0" destOrd="0" presId="urn:microsoft.com/office/officeart/2008/layout/LinedList"/>
    <dgm:cxn modelId="{8D1AE6FE-60CD-7549-BB12-F45BC6E85A31}" type="presParOf" srcId="{4C6DA972-D8E3-894F-BC7C-6855009EA0A3}" destId="{BA3D48FA-BC2A-C145-A022-8637FADAC24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9C0A75F3-0AD6-433B-8CF9-1FFCFABA5269}" type="doc">
      <dgm:prSet loTypeId="urn:microsoft.com/office/officeart/2016/7/layout/RepeatingBendingProcessNew" loCatId="process" qsTypeId="urn:microsoft.com/office/officeart/2005/8/quickstyle/simple1" qsCatId="simple" csTypeId="urn:microsoft.com/office/officeart/2005/8/colors/colorful2" csCatId="colorful"/>
      <dgm:spPr/>
      <dgm:t>
        <a:bodyPr/>
        <a:lstStyle/>
        <a:p>
          <a:endParaRPr lang="en-US"/>
        </a:p>
      </dgm:t>
    </dgm:pt>
    <dgm:pt modelId="{F69D7F43-A0EB-41D1-87BF-BE87AC6CEB73}">
      <dgm:prSet/>
      <dgm:spPr/>
      <dgm:t>
        <a:bodyPr/>
        <a:lstStyle/>
        <a:p>
          <a:r>
            <a:rPr lang="en-US"/>
            <a:t>Audit trail: insert into history table capturing `OLD`, `NEW`, actor, timestamp</a:t>
          </a:r>
        </a:p>
      </dgm:t>
    </dgm:pt>
    <dgm:pt modelId="{4878C6E6-AFEF-4B64-B0A0-BDA1F5F836E0}" type="parTrans" cxnId="{EF72826A-A8A4-44CF-B7FF-4FCB8C5E7CFF}">
      <dgm:prSet/>
      <dgm:spPr/>
      <dgm:t>
        <a:bodyPr/>
        <a:lstStyle/>
        <a:p>
          <a:endParaRPr lang="en-US"/>
        </a:p>
      </dgm:t>
    </dgm:pt>
    <dgm:pt modelId="{46079E2D-9CD7-4FF8-A044-4F917946E039}" type="sibTrans" cxnId="{EF72826A-A8A4-44CF-B7FF-4FCB8C5E7CFF}">
      <dgm:prSet/>
      <dgm:spPr/>
      <dgm:t>
        <a:bodyPr/>
        <a:lstStyle/>
        <a:p>
          <a:endParaRPr lang="en-US"/>
        </a:p>
      </dgm:t>
    </dgm:pt>
    <dgm:pt modelId="{DAC78542-CD04-4F02-8413-A898F5F33C52}">
      <dgm:prSet/>
      <dgm:spPr/>
      <dgm:t>
        <a:bodyPr/>
        <a:lstStyle/>
        <a:p>
          <a:r>
            <a:rPr lang="en-US"/>
            <a:t>Denormalisation: maintain summary table counters after writes</a:t>
          </a:r>
        </a:p>
      </dgm:t>
    </dgm:pt>
    <dgm:pt modelId="{133B1763-F3F4-4DEF-9B14-A5567FF04806}" type="parTrans" cxnId="{C1EC9746-9D67-455B-A4D1-61FA53F812AC}">
      <dgm:prSet/>
      <dgm:spPr/>
      <dgm:t>
        <a:bodyPr/>
        <a:lstStyle/>
        <a:p>
          <a:endParaRPr lang="en-US"/>
        </a:p>
      </dgm:t>
    </dgm:pt>
    <dgm:pt modelId="{439AE4E4-C42F-46EA-90B6-923E328FDE2B}" type="sibTrans" cxnId="{C1EC9746-9D67-455B-A4D1-61FA53F812AC}">
      <dgm:prSet/>
      <dgm:spPr/>
      <dgm:t>
        <a:bodyPr/>
        <a:lstStyle/>
        <a:p>
          <a:endParaRPr lang="en-US"/>
        </a:p>
      </dgm:t>
    </dgm:pt>
    <dgm:pt modelId="{A5341FFB-C9AB-4B5D-A0B7-7595FC9DCDE2}">
      <dgm:prSet/>
      <dgm:spPr/>
      <dgm:t>
        <a:bodyPr/>
        <a:lstStyle/>
        <a:p>
          <a:r>
            <a:rPr lang="en-US"/>
            <a:t>Data sanitisation: enforce case formatting, derived columns before insert/update</a:t>
          </a:r>
        </a:p>
      </dgm:t>
    </dgm:pt>
    <dgm:pt modelId="{85903ADE-AF55-4F82-8623-2AC687ADE207}" type="parTrans" cxnId="{27B996E7-19EC-4265-8930-CD5ED82CDDCB}">
      <dgm:prSet/>
      <dgm:spPr/>
      <dgm:t>
        <a:bodyPr/>
        <a:lstStyle/>
        <a:p>
          <a:endParaRPr lang="en-US"/>
        </a:p>
      </dgm:t>
    </dgm:pt>
    <dgm:pt modelId="{FED36962-EEC7-4CBA-84AA-C239F943CBBA}" type="sibTrans" cxnId="{27B996E7-19EC-4265-8930-CD5ED82CDDCB}">
      <dgm:prSet/>
      <dgm:spPr/>
      <dgm:t>
        <a:bodyPr/>
        <a:lstStyle/>
        <a:p>
          <a:endParaRPr lang="en-US"/>
        </a:p>
      </dgm:t>
    </dgm:pt>
    <dgm:pt modelId="{839926BE-1E4B-46E0-A3E0-38B66E39919D}">
      <dgm:prSet/>
      <dgm:spPr/>
      <dgm:t>
        <a:bodyPr/>
        <a:lstStyle/>
        <a:p>
          <a:r>
            <a:rPr lang="en-US"/>
            <a:t>Guard rails: raise exceptions when business rules are violated instead of silent corrections</a:t>
          </a:r>
        </a:p>
      </dgm:t>
    </dgm:pt>
    <dgm:pt modelId="{DF2B1AAA-D28A-4BA1-AB99-D8C77E338A17}" type="parTrans" cxnId="{BFA63F4C-BE0D-4B31-842C-E80EEF89E59D}">
      <dgm:prSet/>
      <dgm:spPr/>
      <dgm:t>
        <a:bodyPr/>
        <a:lstStyle/>
        <a:p>
          <a:endParaRPr lang="en-US"/>
        </a:p>
      </dgm:t>
    </dgm:pt>
    <dgm:pt modelId="{564D8543-485B-4AB2-87B3-AB8F5C8999DB}" type="sibTrans" cxnId="{BFA63F4C-BE0D-4B31-842C-E80EEF89E59D}">
      <dgm:prSet/>
      <dgm:spPr/>
      <dgm:t>
        <a:bodyPr/>
        <a:lstStyle/>
        <a:p>
          <a:endParaRPr lang="en-US"/>
        </a:p>
      </dgm:t>
    </dgm:pt>
    <dgm:pt modelId="{B795B96A-E643-6E43-BC29-9DF2D3E88F95}" type="pres">
      <dgm:prSet presAssocID="{9C0A75F3-0AD6-433B-8CF9-1FFCFABA5269}" presName="Name0" presStyleCnt="0">
        <dgm:presLayoutVars>
          <dgm:dir/>
          <dgm:resizeHandles val="exact"/>
        </dgm:presLayoutVars>
      </dgm:prSet>
      <dgm:spPr/>
    </dgm:pt>
    <dgm:pt modelId="{B0D34300-88C8-EF44-A5FA-0187DEA8A890}" type="pres">
      <dgm:prSet presAssocID="{F69D7F43-A0EB-41D1-87BF-BE87AC6CEB73}" presName="node" presStyleLbl="node1" presStyleIdx="0" presStyleCnt="4">
        <dgm:presLayoutVars>
          <dgm:bulletEnabled val="1"/>
        </dgm:presLayoutVars>
      </dgm:prSet>
      <dgm:spPr/>
    </dgm:pt>
    <dgm:pt modelId="{A5BA2CCF-DFF6-504E-9DB0-D8BC77A80A18}" type="pres">
      <dgm:prSet presAssocID="{46079E2D-9CD7-4FF8-A044-4F917946E039}" presName="sibTrans" presStyleLbl="sibTrans1D1" presStyleIdx="0" presStyleCnt="3"/>
      <dgm:spPr/>
    </dgm:pt>
    <dgm:pt modelId="{00B94AED-B3B7-6547-A4FD-399402DA1376}" type="pres">
      <dgm:prSet presAssocID="{46079E2D-9CD7-4FF8-A044-4F917946E039}" presName="connectorText" presStyleLbl="sibTrans1D1" presStyleIdx="0" presStyleCnt="3"/>
      <dgm:spPr/>
    </dgm:pt>
    <dgm:pt modelId="{BC3FE72D-16AB-584D-9040-BA4CE6077200}" type="pres">
      <dgm:prSet presAssocID="{DAC78542-CD04-4F02-8413-A898F5F33C52}" presName="node" presStyleLbl="node1" presStyleIdx="1" presStyleCnt="4">
        <dgm:presLayoutVars>
          <dgm:bulletEnabled val="1"/>
        </dgm:presLayoutVars>
      </dgm:prSet>
      <dgm:spPr/>
    </dgm:pt>
    <dgm:pt modelId="{A46C4ECE-CE37-174A-8974-69011BA43F99}" type="pres">
      <dgm:prSet presAssocID="{439AE4E4-C42F-46EA-90B6-923E328FDE2B}" presName="sibTrans" presStyleLbl="sibTrans1D1" presStyleIdx="1" presStyleCnt="3"/>
      <dgm:spPr/>
    </dgm:pt>
    <dgm:pt modelId="{4F77185B-796D-C04A-A0E7-E6E45B497E5B}" type="pres">
      <dgm:prSet presAssocID="{439AE4E4-C42F-46EA-90B6-923E328FDE2B}" presName="connectorText" presStyleLbl="sibTrans1D1" presStyleIdx="1" presStyleCnt="3"/>
      <dgm:spPr/>
    </dgm:pt>
    <dgm:pt modelId="{5CC63065-57A5-5F47-83D0-6AFE9E611972}" type="pres">
      <dgm:prSet presAssocID="{A5341FFB-C9AB-4B5D-A0B7-7595FC9DCDE2}" presName="node" presStyleLbl="node1" presStyleIdx="2" presStyleCnt="4">
        <dgm:presLayoutVars>
          <dgm:bulletEnabled val="1"/>
        </dgm:presLayoutVars>
      </dgm:prSet>
      <dgm:spPr/>
    </dgm:pt>
    <dgm:pt modelId="{8D349725-9872-DF4C-87E1-71376799A500}" type="pres">
      <dgm:prSet presAssocID="{FED36962-EEC7-4CBA-84AA-C239F943CBBA}" presName="sibTrans" presStyleLbl="sibTrans1D1" presStyleIdx="2" presStyleCnt="3"/>
      <dgm:spPr/>
    </dgm:pt>
    <dgm:pt modelId="{DB207252-B3C0-6141-A692-BA50B7513FA7}" type="pres">
      <dgm:prSet presAssocID="{FED36962-EEC7-4CBA-84AA-C239F943CBBA}" presName="connectorText" presStyleLbl="sibTrans1D1" presStyleIdx="2" presStyleCnt="3"/>
      <dgm:spPr/>
    </dgm:pt>
    <dgm:pt modelId="{8B7D6600-EEF8-6D4F-8F2D-DF2F29592767}" type="pres">
      <dgm:prSet presAssocID="{839926BE-1E4B-46E0-A3E0-38B66E39919D}" presName="node" presStyleLbl="node1" presStyleIdx="3" presStyleCnt="4">
        <dgm:presLayoutVars>
          <dgm:bulletEnabled val="1"/>
        </dgm:presLayoutVars>
      </dgm:prSet>
      <dgm:spPr/>
    </dgm:pt>
  </dgm:ptLst>
  <dgm:cxnLst>
    <dgm:cxn modelId="{C1EC9746-9D67-455B-A4D1-61FA53F812AC}" srcId="{9C0A75F3-0AD6-433B-8CF9-1FFCFABA5269}" destId="{DAC78542-CD04-4F02-8413-A898F5F33C52}" srcOrd="1" destOrd="0" parTransId="{133B1763-F3F4-4DEF-9B14-A5567FF04806}" sibTransId="{439AE4E4-C42F-46EA-90B6-923E328FDE2B}"/>
    <dgm:cxn modelId="{2A2EB047-831C-B247-96D7-D94EA42C7255}" type="presOf" srcId="{DAC78542-CD04-4F02-8413-A898F5F33C52}" destId="{BC3FE72D-16AB-584D-9040-BA4CE6077200}" srcOrd="0" destOrd="0" presId="urn:microsoft.com/office/officeart/2016/7/layout/RepeatingBendingProcessNew"/>
    <dgm:cxn modelId="{BFA63F4C-BE0D-4B31-842C-E80EEF89E59D}" srcId="{9C0A75F3-0AD6-433B-8CF9-1FFCFABA5269}" destId="{839926BE-1E4B-46E0-A3E0-38B66E39919D}" srcOrd="3" destOrd="0" parTransId="{DF2B1AAA-D28A-4BA1-AB99-D8C77E338A17}" sibTransId="{564D8543-485B-4AB2-87B3-AB8F5C8999DB}"/>
    <dgm:cxn modelId="{2861A868-1429-B149-B160-208BFAF74F3F}" type="presOf" srcId="{46079E2D-9CD7-4FF8-A044-4F917946E039}" destId="{A5BA2CCF-DFF6-504E-9DB0-D8BC77A80A18}" srcOrd="0" destOrd="0" presId="urn:microsoft.com/office/officeart/2016/7/layout/RepeatingBendingProcessNew"/>
    <dgm:cxn modelId="{EF72826A-A8A4-44CF-B7FF-4FCB8C5E7CFF}" srcId="{9C0A75F3-0AD6-433B-8CF9-1FFCFABA5269}" destId="{F69D7F43-A0EB-41D1-87BF-BE87AC6CEB73}" srcOrd="0" destOrd="0" parTransId="{4878C6E6-AFEF-4B64-B0A0-BDA1F5F836E0}" sibTransId="{46079E2D-9CD7-4FF8-A044-4F917946E039}"/>
    <dgm:cxn modelId="{287B1F76-23E3-4B4E-B722-2BD3ECCBC021}" type="presOf" srcId="{F69D7F43-A0EB-41D1-87BF-BE87AC6CEB73}" destId="{B0D34300-88C8-EF44-A5FA-0187DEA8A890}" srcOrd="0" destOrd="0" presId="urn:microsoft.com/office/officeart/2016/7/layout/RepeatingBendingProcessNew"/>
    <dgm:cxn modelId="{9A2FA5C2-D50B-0844-ADE3-1AB75AB4BA10}" type="presOf" srcId="{FED36962-EEC7-4CBA-84AA-C239F943CBBA}" destId="{DB207252-B3C0-6141-A692-BA50B7513FA7}" srcOrd="1" destOrd="0" presId="urn:microsoft.com/office/officeart/2016/7/layout/RepeatingBendingProcessNew"/>
    <dgm:cxn modelId="{7F8DADD0-538C-0946-ABBB-36F8E05CBA90}" type="presOf" srcId="{439AE4E4-C42F-46EA-90B6-923E328FDE2B}" destId="{4F77185B-796D-C04A-A0E7-E6E45B497E5B}" srcOrd="1" destOrd="0" presId="urn:microsoft.com/office/officeart/2016/7/layout/RepeatingBendingProcessNew"/>
    <dgm:cxn modelId="{3D4BCDDB-EFC4-3F41-9596-8E452208F9A3}" type="presOf" srcId="{46079E2D-9CD7-4FF8-A044-4F917946E039}" destId="{00B94AED-B3B7-6547-A4FD-399402DA1376}" srcOrd="1" destOrd="0" presId="urn:microsoft.com/office/officeart/2016/7/layout/RepeatingBendingProcessNew"/>
    <dgm:cxn modelId="{487E63DD-64D7-6E44-865C-6673F40C1E29}" type="presOf" srcId="{9C0A75F3-0AD6-433B-8CF9-1FFCFABA5269}" destId="{B795B96A-E643-6E43-BC29-9DF2D3E88F95}" srcOrd="0" destOrd="0" presId="urn:microsoft.com/office/officeart/2016/7/layout/RepeatingBendingProcessNew"/>
    <dgm:cxn modelId="{3B330BE2-8355-1343-B893-1A2F5E9DD5CF}" type="presOf" srcId="{839926BE-1E4B-46E0-A3E0-38B66E39919D}" destId="{8B7D6600-EEF8-6D4F-8F2D-DF2F29592767}" srcOrd="0" destOrd="0" presId="urn:microsoft.com/office/officeart/2016/7/layout/RepeatingBendingProcessNew"/>
    <dgm:cxn modelId="{27B996E7-19EC-4265-8930-CD5ED82CDDCB}" srcId="{9C0A75F3-0AD6-433B-8CF9-1FFCFABA5269}" destId="{A5341FFB-C9AB-4B5D-A0B7-7595FC9DCDE2}" srcOrd="2" destOrd="0" parTransId="{85903ADE-AF55-4F82-8623-2AC687ADE207}" sibTransId="{FED36962-EEC7-4CBA-84AA-C239F943CBBA}"/>
    <dgm:cxn modelId="{C787D8EC-2927-0C4F-BA11-91CF18659130}" type="presOf" srcId="{FED36962-EEC7-4CBA-84AA-C239F943CBBA}" destId="{8D349725-9872-DF4C-87E1-71376799A500}" srcOrd="0" destOrd="0" presId="urn:microsoft.com/office/officeart/2016/7/layout/RepeatingBendingProcessNew"/>
    <dgm:cxn modelId="{7C2802FD-C48D-9348-B376-E2895151023F}" type="presOf" srcId="{439AE4E4-C42F-46EA-90B6-923E328FDE2B}" destId="{A46C4ECE-CE37-174A-8974-69011BA43F99}" srcOrd="0" destOrd="0" presId="urn:microsoft.com/office/officeart/2016/7/layout/RepeatingBendingProcessNew"/>
    <dgm:cxn modelId="{06D152FE-400F-4440-9613-91DA6F731CF6}" type="presOf" srcId="{A5341FFB-C9AB-4B5D-A0B7-7595FC9DCDE2}" destId="{5CC63065-57A5-5F47-83D0-6AFE9E611972}" srcOrd="0" destOrd="0" presId="urn:microsoft.com/office/officeart/2016/7/layout/RepeatingBendingProcessNew"/>
    <dgm:cxn modelId="{F5EA84AA-6997-EF4E-8AFD-56BBA8DCF70E}" type="presParOf" srcId="{B795B96A-E643-6E43-BC29-9DF2D3E88F95}" destId="{B0D34300-88C8-EF44-A5FA-0187DEA8A890}" srcOrd="0" destOrd="0" presId="urn:microsoft.com/office/officeart/2016/7/layout/RepeatingBendingProcessNew"/>
    <dgm:cxn modelId="{795FBF77-A2A5-5F41-8BBC-BDD4A716F372}" type="presParOf" srcId="{B795B96A-E643-6E43-BC29-9DF2D3E88F95}" destId="{A5BA2CCF-DFF6-504E-9DB0-D8BC77A80A18}" srcOrd="1" destOrd="0" presId="urn:microsoft.com/office/officeart/2016/7/layout/RepeatingBendingProcessNew"/>
    <dgm:cxn modelId="{81F38160-8BBA-DC48-90E6-90D036E431FB}" type="presParOf" srcId="{A5BA2CCF-DFF6-504E-9DB0-D8BC77A80A18}" destId="{00B94AED-B3B7-6547-A4FD-399402DA1376}" srcOrd="0" destOrd="0" presId="urn:microsoft.com/office/officeart/2016/7/layout/RepeatingBendingProcessNew"/>
    <dgm:cxn modelId="{263A5722-38CC-9041-AF7C-0BD90B32ECD9}" type="presParOf" srcId="{B795B96A-E643-6E43-BC29-9DF2D3E88F95}" destId="{BC3FE72D-16AB-584D-9040-BA4CE6077200}" srcOrd="2" destOrd="0" presId="urn:microsoft.com/office/officeart/2016/7/layout/RepeatingBendingProcessNew"/>
    <dgm:cxn modelId="{F5E032D0-1B85-EB41-B9B8-A1D529296C6F}" type="presParOf" srcId="{B795B96A-E643-6E43-BC29-9DF2D3E88F95}" destId="{A46C4ECE-CE37-174A-8974-69011BA43F99}" srcOrd="3" destOrd="0" presId="urn:microsoft.com/office/officeart/2016/7/layout/RepeatingBendingProcessNew"/>
    <dgm:cxn modelId="{4ED7EA7F-E5E3-D247-AE5D-DE419BB0B150}" type="presParOf" srcId="{A46C4ECE-CE37-174A-8974-69011BA43F99}" destId="{4F77185B-796D-C04A-A0E7-E6E45B497E5B}" srcOrd="0" destOrd="0" presId="urn:microsoft.com/office/officeart/2016/7/layout/RepeatingBendingProcessNew"/>
    <dgm:cxn modelId="{C6027E70-75B0-B94C-9448-391A1333D0CF}" type="presParOf" srcId="{B795B96A-E643-6E43-BC29-9DF2D3E88F95}" destId="{5CC63065-57A5-5F47-83D0-6AFE9E611972}" srcOrd="4" destOrd="0" presId="urn:microsoft.com/office/officeart/2016/7/layout/RepeatingBendingProcessNew"/>
    <dgm:cxn modelId="{9EA24F99-8E01-5045-B734-20DD7DDEFB9B}" type="presParOf" srcId="{B795B96A-E643-6E43-BC29-9DF2D3E88F95}" destId="{8D349725-9872-DF4C-87E1-71376799A500}" srcOrd="5" destOrd="0" presId="urn:microsoft.com/office/officeart/2016/7/layout/RepeatingBendingProcessNew"/>
    <dgm:cxn modelId="{8791538A-9CD1-7642-B43E-3C7027CCA3B6}" type="presParOf" srcId="{8D349725-9872-DF4C-87E1-71376799A500}" destId="{DB207252-B3C0-6141-A692-BA50B7513FA7}" srcOrd="0" destOrd="0" presId="urn:microsoft.com/office/officeart/2016/7/layout/RepeatingBendingProcessNew"/>
    <dgm:cxn modelId="{A8BDAD3C-350D-1246-925E-0CE217716B75}" type="presParOf" srcId="{B795B96A-E643-6E43-BC29-9DF2D3E88F95}" destId="{8B7D6600-EEF8-6D4F-8F2D-DF2F29592767}" srcOrd="6"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E77C350-D546-4C73-AE6D-850268643F4B}"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DA110EDC-A560-4AF7-A146-B214884B2387}">
      <dgm:prSet/>
      <dgm:spPr/>
      <dgm:t>
        <a:bodyPr/>
        <a:lstStyle/>
        <a:p>
          <a:r>
            <a:rPr lang="en-US"/>
            <a:t>Atomicity: all statements succeed or none persist (`BEGIN ... COMMIT` / `ROLLBACK`)</a:t>
          </a:r>
        </a:p>
      </dgm:t>
    </dgm:pt>
    <dgm:pt modelId="{52D988EA-257E-48C2-A614-4C4215DC266A}" type="parTrans" cxnId="{5AFF3C5C-0102-49E1-BC3D-7F5B543671F2}">
      <dgm:prSet/>
      <dgm:spPr/>
      <dgm:t>
        <a:bodyPr/>
        <a:lstStyle/>
        <a:p>
          <a:endParaRPr lang="en-US"/>
        </a:p>
      </dgm:t>
    </dgm:pt>
    <dgm:pt modelId="{CC48D9CF-C0C7-449F-BCF8-ACF8174DD779}" type="sibTrans" cxnId="{5AFF3C5C-0102-49E1-BC3D-7F5B543671F2}">
      <dgm:prSet/>
      <dgm:spPr/>
      <dgm:t>
        <a:bodyPr/>
        <a:lstStyle/>
        <a:p>
          <a:endParaRPr lang="en-US"/>
        </a:p>
      </dgm:t>
    </dgm:pt>
    <dgm:pt modelId="{F4E1BDBC-5F53-4697-BD26-5603756030A6}">
      <dgm:prSet/>
      <dgm:spPr/>
      <dgm:t>
        <a:bodyPr/>
        <a:lstStyle/>
        <a:p>
          <a:r>
            <a:rPr lang="en-US"/>
            <a:t>Consistency: constraints and triggers maintain valid database states</a:t>
          </a:r>
        </a:p>
      </dgm:t>
    </dgm:pt>
    <dgm:pt modelId="{FB3E0AFB-AEDF-41F1-B0F1-919394ABEABC}" type="parTrans" cxnId="{39D3C858-2F2C-4372-88BB-26AE5770C240}">
      <dgm:prSet/>
      <dgm:spPr/>
      <dgm:t>
        <a:bodyPr/>
        <a:lstStyle/>
        <a:p>
          <a:endParaRPr lang="en-US"/>
        </a:p>
      </dgm:t>
    </dgm:pt>
    <dgm:pt modelId="{2FB7E9B7-A666-4E07-B23F-BFC7D7F6AF08}" type="sibTrans" cxnId="{39D3C858-2F2C-4372-88BB-26AE5770C240}">
      <dgm:prSet/>
      <dgm:spPr/>
      <dgm:t>
        <a:bodyPr/>
        <a:lstStyle/>
        <a:p>
          <a:endParaRPr lang="en-US"/>
        </a:p>
      </dgm:t>
    </dgm:pt>
    <dgm:pt modelId="{B471BFFD-7005-4D62-BE5D-CA4C4772DA30}">
      <dgm:prSet/>
      <dgm:spPr/>
      <dgm:t>
        <a:bodyPr/>
        <a:lstStyle/>
        <a:p>
          <a:r>
            <a:rPr lang="en-US"/>
            <a:t>Isolation: concurrent transactions behave as if executed serially depending on level</a:t>
          </a:r>
        </a:p>
      </dgm:t>
    </dgm:pt>
    <dgm:pt modelId="{6220FB12-A4CD-4DE3-A2DF-6F04EA31B8E8}" type="parTrans" cxnId="{E68618F9-C24C-49C9-99FA-894CDB78FAF2}">
      <dgm:prSet/>
      <dgm:spPr/>
      <dgm:t>
        <a:bodyPr/>
        <a:lstStyle/>
        <a:p>
          <a:endParaRPr lang="en-US"/>
        </a:p>
      </dgm:t>
    </dgm:pt>
    <dgm:pt modelId="{D9625EFC-10C7-4F83-9355-5A5060A931E8}" type="sibTrans" cxnId="{E68618F9-C24C-49C9-99FA-894CDB78FAF2}">
      <dgm:prSet/>
      <dgm:spPr/>
      <dgm:t>
        <a:bodyPr/>
        <a:lstStyle/>
        <a:p>
          <a:endParaRPr lang="en-US"/>
        </a:p>
      </dgm:t>
    </dgm:pt>
    <dgm:pt modelId="{C55F64D9-4529-4E83-901C-44A53E3314AD}">
      <dgm:prSet/>
      <dgm:spPr/>
      <dgm:t>
        <a:bodyPr/>
        <a:lstStyle/>
        <a:p>
          <a:r>
            <a:rPr lang="en-US"/>
            <a:t>Durability: committed changes survive crashes via WAL and checkpoints</a:t>
          </a:r>
        </a:p>
      </dgm:t>
    </dgm:pt>
    <dgm:pt modelId="{90F16311-3E89-44E7-931B-64D32129395F}" type="parTrans" cxnId="{E6CB6B89-3F90-49D0-BE70-6C3DF37660F2}">
      <dgm:prSet/>
      <dgm:spPr/>
      <dgm:t>
        <a:bodyPr/>
        <a:lstStyle/>
        <a:p>
          <a:endParaRPr lang="en-US"/>
        </a:p>
      </dgm:t>
    </dgm:pt>
    <dgm:pt modelId="{9B6163E9-B517-4504-B135-E5422C5BE565}" type="sibTrans" cxnId="{E6CB6B89-3F90-49D0-BE70-6C3DF37660F2}">
      <dgm:prSet/>
      <dgm:spPr/>
      <dgm:t>
        <a:bodyPr/>
        <a:lstStyle/>
        <a:p>
          <a:endParaRPr lang="en-US"/>
        </a:p>
      </dgm:t>
    </dgm:pt>
    <dgm:pt modelId="{6695ECE0-D0EB-904C-A27E-A810701BF804}" type="pres">
      <dgm:prSet presAssocID="{CE77C350-D546-4C73-AE6D-850268643F4B}" presName="linear" presStyleCnt="0">
        <dgm:presLayoutVars>
          <dgm:animLvl val="lvl"/>
          <dgm:resizeHandles val="exact"/>
        </dgm:presLayoutVars>
      </dgm:prSet>
      <dgm:spPr/>
    </dgm:pt>
    <dgm:pt modelId="{C7DC68FA-7E57-7441-9F60-78ACBC446E2B}" type="pres">
      <dgm:prSet presAssocID="{DA110EDC-A560-4AF7-A146-B214884B2387}" presName="parentText" presStyleLbl="node1" presStyleIdx="0" presStyleCnt="4">
        <dgm:presLayoutVars>
          <dgm:chMax val="0"/>
          <dgm:bulletEnabled val="1"/>
        </dgm:presLayoutVars>
      </dgm:prSet>
      <dgm:spPr/>
    </dgm:pt>
    <dgm:pt modelId="{B868F612-D138-5E41-9E7F-E7E5687BDF32}" type="pres">
      <dgm:prSet presAssocID="{CC48D9CF-C0C7-449F-BCF8-ACF8174DD779}" presName="spacer" presStyleCnt="0"/>
      <dgm:spPr/>
    </dgm:pt>
    <dgm:pt modelId="{C5FC2138-8FB1-9F48-B7E5-9F006A0CB26B}" type="pres">
      <dgm:prSet presAssocID="{F4E1BDBC-5F53-4697-BD26-5603756030A6}" presName="parentText" presStyleLbl="node1" presStyleIdx="1" presStyleCnt="4">
        <dgm:presLayoutVars>
          <dgm:chMax val="0"/>
          <dgm:bulletEnabled val="1"/>
        </dgm:presLayoutVars>
      </dgm:prSet>
      <dgm:spPr/>
    </dgm:pt>
    <dgm:pt modelId="{BC8C2A42-1198-4D43-AC1B-3452DBED34EB}" type="pres">
      <dgm:prSet presAssocID="{2FB7E9B7-A666-4E07-B23F-BFC7D7F6AF08}" presName="spacer" presStyleCnt="0"/>
      <dgm:spPr/>
    </dgm:pt>
    <dgm:pt modelId="{64257226-3022-894F-B0D6-C77A9B079206}" type="pres">
      <dgm:prSet presAssocID="{B471BFFD-7005-4D62-BE5D-CA4C4772DA30}" presName="parentText" presStyleLbl="node1" presStyleIdx="2" presStyleCnt="4">
        <dgm:presLayoutVars>
          <dgm:chMax val="0"/>
          <dgm:bulletEnabled val="1"/>
        </dgm:presLayoutVars>
      </dgm:prSet>
      <dgm:spPr/>
    </dgm:pt>
    <dgm:pt modelId="{D016BE56-460C-5A48-86D5-8F1987819CAD}" type="pres">
      <dgm:prSet presAssocID="{D9625EFC-10C7-4F83-9355-5A5060A931E8}" presName="spacer" presStyleCnt="0"/>
      <dgm:spPr/>
    </dgm:pt>
    <dgm:pt modelId="{ACF93303-122C-9344-9EFF-190F539F56FC}" type="pres">
      <dgm:prSet presAssocID="{C55F64D9-4529-4E83-901C-44A53E3314AD}" presName="parentText" presStyleLbl="node1" presStyleIdx="3" presStyleCnt="4">
        <dgm:presLayoutVars>
          <dgm:chMax val="0"/>
          <dgm:bulletEnabled val="1"/>
        </dgm:presLayoutVars>
      </dgm:prSet>
      <dgm:spPr/>
    </dgm:pt>
  </dgm:ptLst>
  <dgm:cxnLst>
    <dgm:cxn modelId="{26A32024-2D50-1A4D-BC90-40B99294E86D}" type="presOf" srcId="{C55F64D9-4529-4E83-901C-44A53E3314AD}" destId="{ACF93303-122C-9344-9EFF-190F539F56FC}" srcOrd="0" destOrd="0" presId="urn:microsoft.com/office/officeart/2005/8/layout/vList2"/>
    <dgm:cxn modelId="{53B9983C-79E6-954F-BFF2-D73600F04F73}" type="presOf" srcId="{DA110EDC-A560-4AF7-A146-B214884B2387}" destId="{C7DC68FA-7E57-7441-9F60-78ACBC446E2B}" srcOrd="0" destOrd="0" presId="urn:microsoft.com/office/officeart/2005/8/layout/vList2"/>
    <dgm:cxn modelId="{39D3C858-2F2C-4372-88BB-26AE5770C240}" srcId="{CE77C350-D546-4C73-AE6D-850268643F4B}" destId="{F4E1BDBC-5F53-4697-BD26-5603756030A6}" srcOrd="1" destOrd="0" parTransId="{FB3E0AFB-AEDF-41F1-B0F1-919394ABEABC}" sibTransId="{2FB7E9B7-A666-4E07-B23F-BFC7D7F6AF08}"/>
    <dgm:cxn modelId="{5AFF3C5C-0102-49E1-BC3D-7F5B543671F2}" srcId="{CE77C350-D546-4C73-AE6D-850268643F4B}" destId="{DA110EDC-A560-4AF7-A146-B214884B2387}" srcOrd="0" destOrd="0" parTransId="{52D988EA-257E-48C2-A614-4C4215DC266A}" sibTransId="{CC48D9CF-C0C7-449F-BCF8-ACF8174DD779}"/>
    <dgm:cxn modelId="{836C157B-5096-6143-B807-3F04AA8F7E63}" type="presOf" srcId="{B471BFFD-7005-4D62-BE5D-CA4C4772DA30}" destId="{64257226-3022-894F-B0D6-C77A9B079206}" srcOrd="0" destOrd="0" presId="urn:microsoft.com/office/officeart/2005/8/layout/vList2"/>
    <dgm:cxn modelId="{4F4A5C86-AE74-E845-8AB1-58153653B8EC}" type="presOf" srcId="{CE77C350-D546-4C73-AE6D-850268643F4B}" destId="{6695ECE0-D0EB-904C-A27E-A810701BF804}" srcOrd="0" destOrd="0" presId="urn:microsoft.com/office/officeart/2005/8/layout/vList2"/>
    <dgm:cxn modelId="{E6CB6B89-3F90-49D0-BE70-6C3DF37660F2}" srcId="{CE77C350-D546-4C73-AE6D-850268643F4B}" destId="{C55F64D9-4529-4E83-901C-44A53E3314AD}" srcOrd="3" destOrd="0" parTransId="{90F16311-3E89-44E7-931B-64D32129395F}" sibTransId="{9B6163E9-B517-4504-B135-E5422C5BE565}"/>
    <dgm:cxn modelId="{3742BAEB-E54E-9C4E-BC13-35296BEAA2FC}" type="presOf" srcId="{F4E1BDBC-5F53-4697-BD26-5603756030A6}" destId="{C5FC2138-8FB1-9F48-B7E5-9F006A0CB26B}" srcOrd="0" destOrd="0" presId="urn:microsoft.com/office/officeart/2005/8/layout/vList2"/>
    <dgm:cxn modelId="{E68618F9-C24C-49C9-99FA-894CDB78FAF2}" srcId="{CE77C350-D546-4C73-AE6D-850268643F4B}" destId="{B471BFFD-7005-4D62-BE5D-CA4C4772DA30}" srcOrd="2" destOrd="0" parTransId="{6220FB12-A4CD-4DE3-A2DF-6F04EA31B8E8}" sibTransId="{D9625EFC-10C7-4F83-9355-5A5060A931E8}"/>
    <dgm:cxn modelId="{94322F4A-CB0C-C64C-BF0B-C854B09A5E45}" type="presParOf" srcId="{6695ECE0-D0EB-904C-A27E-A810701BF804}" destId="{C7DC68FA-7E57-7441-9F60-78ACBC446E2B}" srcOrd="0" destOrd="0" presId="urn:microsoft.com/office/officeart/2005/8/layout/vList2"/>
    <dgm:cxn modelId="{9D120DA9-4C26-3042-95D9-F2D7CA4B30C5}" type="presParOf" srcId="{6695ECE0-D0EB-904C-A27E-A810701BF804}" destId="{B868F612-D138-5E41-9E7F-E7E5687BDF32}" srcOrd="1" destOrd="0" presId="urn:microsoft.com/office/officeart/2005/8/layout/vList2"/>
    <dgm:cxn modelId="{5A19064F-54D0-624E-A718-365C963F0603}" type="presParOf" srcId="{6695ECE0-D0EB-904C-A27E-A810701BF804}" destId="{C5FC2138-8FB1-9F48-B7E5-9F006A0CB26B}" srcOrd="2" destOrd="0" presId="urn:microsoft.com/office/officeart/2005/8/layout/vList2"/>
    <dgm:cxn modelId="{846C0E28-9ADD-1547-AE52-6A3CE0F1BB41}" type="presParOf" srcId="{6695ECE0-D0EB-904C-A27E-A810701BF804}" destId="{BC8C2A42-1198-4D43-AC1B-3452DBED34EB}" srcOrd="3" destOrd="0" presId="urn:microsoft.com/office/officeart/2005/8/layout/vList2"/>
    <dgm:cxn modelId="{0722FDFB-2AAF-A84A-8F4D-EE7DD7B80B50}" type="presParOf" srcId="{6695ECE0-D0EB-904C-A27E-A810701BF804}" destId="{64257226-3022-894F-B0D6-C77A9B079206}" srcOrd="4" destOrd="0" presId="urn:microsoft.com/office/officeart/2005/8/layout/vList2"/>
    <dgm:cxn modelId="{CB9D61AB-0649-8045-B22E-0369C3E83173}" type="presParOf" srcId="{6695ECE0-D0EB-904C-A27E-A810701BF804}" destId="{D016BE56-460C-5A48-86D5-8F1987819CAD}" srcOrd="5" destOrd="0" presId="urn:microsoft.com/office/officeart/2005/8/layout/vList2"/>
    <dgm:cxn modelId="{E4976A1C-69B8-CA4E-8021-A4FF42C514EE}" type="presParOf" srcId="{6695ECE0-D0EB-904C-A27E-A810701BF804}" destId="{ACF93303-122C-9344-9EFF-190F539F56FC}"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D396017-3917-4225-8512-E7745D2BB034}" type="doc">
      <dgm:prSet loTypeId="urn:microsoft.com/office/officeart/2008/layout/LinedList" loCatId="list" qsTypeId="urn:microsoft.com/office/officeart/2005/8/quickstyle/simple1" qsCatId="simple" csTypeId="urn:microsoft.com/office/officeart/2005/8/colors/accent4_2" csCatId="accent4"/>
      <dgm:spPr/>
      <dgm:t>
        <a:bodyPr/>
        <a:lstStyle/>
        <a:p>
          <a:endParaRPr lang="en-US"/>
        </a:p>
      </dgm:t>
    </dgm:pt>
    <dgm:pt modelId="{F4F6F9E2-30FB-445A-9DFB-8B71EDDBA18E}">
      <dgm:prSet/>
      <dgm:spPr/>
      <dgm:t>
        <a:bodyPr/>
        <a:lstStyle/>
        <a:p>
          <a:r>
            <a:rPr lang="en-US"/>
            <a:t>PostgreSQL defaults to `READ COMMITTED`; `REPEATABLE READ` and `SERIALIZABLE` increase safety</a:t>
          </a:r>
        </a:p>
      </dgm:t>
    </dgm:pt>
    <dgm:pt modelId="{24214F25-2FAC-4B2E-A757-5838DA85AC95}" type="parTrans" cxnId="{A5E9D9CC-C7BF-4137-8568-E493D898483A}">
      <dgm:prSet/>
      <dgm:spPr/>
      <dgm:t>
        <a:bodyPr/>
        <a:lstStyle/>
        <a:p>
          <a:endParaRPr lang="en-US"/>
        </a:p>
      </dgm:t>
    </dgm:pt>
    <dgm:pt modelId="{5A6450BE-F7F5-4616-8209-88E165FDFC6C}" type="sibTrans" cxnId="{A5E9D9CC-C7BF-4137-8568-E493D898483A}">
      <dgm:prSet/>
      <dgm:spPr/>
      <dgm:t>
        <a:bodyPr/>
        <a:lstStyle/>
        <a:p>
          <a:endParaRPr lang="en-US"/>
        </a:p>
      </dgm:t>
    </dgm:pt>
    <dgm:pt modelId="{49103755-B172-4EE6-A395-1D9DC68BE7BB}">
      <dgm:prSet/>
      <dgm:spPr/>
      <dgm:t>
        <a:bodyPr/>
        <a:lstStyle/>
        <a:p>
          <a:r>
            <a:rPr lang="en-US"/>
            <a:t>Phenomena: dirty reads, non-repeatable reads, phantom reads, write skew</a:t>
          </a:r>
        </a:p>
      </dgm:t>
    </dgm:pt>
    <dgm:pt modelId="{CB0EBCA5-752B-4D4F-B897-BF935577AC92}" type="parTrans" cxnId="{DCC2B724-D6C1-4ED4-ACBA-BD8D29BD6A3C}">
      <dgm:prSet/>
      <dgm:spPr/>
      <dgm:t>
        <a:bodyPr/>
        <a:lstStyle/>
        <a:p>
          <a:endParaRPr lang="en-US"/>
        </a:p>
      </dgm:t>
    </dgm:pt>
    <dgm:pt modelId="{1A6CA76B-C095-423B-AFE9-AC9A4E7E9080}" type="sibTrans" cxnId="{DCC2B724-D6C1-4ED4-ACBA-BD8D29BD6A3C}">
      <dgm:prSet/>
      <dgm:spPr/>
      <dgm:t>
        <a:bodyPr/>
        <a:lstStyle/>
        <a:p>
          <a:endParaRPr lang="en-US"/>
        </a:p>
      </dgm:t>
    </dgm:pt>
    <dgm:pt modelId="{62D6872A-004B-4D5C-B018-C11E79FEF1B7}">
      <dgm:prSet/>
      <dgm:spPr/>
      <dgm:t>
        <a:bodyPr/>
        <a:lstStyle/>
        <a:p>
          <a:r>
            <a:rPr lang="en-US"/>
            <a:t>Use explicit locking (`SELECT ... FOR UPDATE`) or advisory locks for coordination</a:t>
          </a:r>
        </a:p>
      </dgm:t>
    </dgm:pt>
    <dgm:pt modelId="{AE7EC9B7-E668-4D55-AC2A-0EFBFDC5A7CD}" type="parTrans" cxnId="{209E36A2-FABB-45B3-A4B3-D72CB37709BA}">
      <dgm:prSet/>
      <dgm:spPr/>
      <dgm:t>
        <a:bodyPr/>
        <a:lstStyle/>
        <a:p>
          <a:endParaRPr lang="en-US"/>
        </a:p>
      </dgm:t>
    </dgm:pt>
    <dgm:pt modelId="{23747B1F-AB3F-4E0C-82EB-4482160AC65D}" type="sibTrans" cxnId="{209E36A2-FABB-45B3-A4B3-D72CB37709BA}">
      <dgm:prSet/>
      <dgm:spPr/>
      <dgm:t>
        <a:bodyPr/>
        <a:lstStyle/>
        <a:p>
          <a:endParaRPr lang="en-US"/>
        </a:p>
      </dgm:t>
    </dgm:pt>
    <dgm:pt modelId="{8879D9D0-1A59-4A81-BDC4-1E1BA6F25A53}">
      <dgm:prSet/>
      <dgm:spPr/>
      <dgm:t>
        <a:bodyPr/>
        <a:lstStyle/>
        <a:p>
          <a:r>
            <a:rPr lang="en-US"/>
            <a:t>Monitor conflicts with `pg_stat_activity`, `pg_locks`, and server logs</a:t>
          </a:r>
        </a:p>
      </dgm:t>
    </dgm:pt>
    <dgm:pt modelId="{EC02B1F6-60A7-4ADC-B239-016DA35CA720}" type="parTrans" cxnId="{6417079F-0102-4D22-B15F-A18A7E122421}">
      <dgm:prSet/>
      <dgm:spPr/>
      <dgm:t>
        <a:bodyPr/>
        <a:lstStyle/>
        <a:p>
          <a:endParaRPr lang="en-US"/>
        </a:p>
      </dgm:t>
    </dgm:pt>
    <dgm:pt modelId="{2742DF17-1E15-4031-8ABA-6B609860694D}" type="sibTrans" cxnId="{6417079F-0102-4D22-B15F-A18A7E122421}">
      <dgm:prSet/>
      <dgm:spPr/>
      <dgm:t>
        <a:bodyPr/>
        <a:lstStyle/>
        <a:p>
          <a:endParaRPr lang="en-US"/>
        </a:p>
      </dgm:t>
    </dgm:pt>
    <dgm:pt modelId="{751D09AD-4E57-7A47-89CF-4FC04EFDA071}" type="pres">
      <dgm:prSet presAssocID="{5D396017-3917-4225-8512-E7745D2BB034}" presName="vert0" presStyleCnt="0">
        <dgm:presLayoutVars>
          <dgm:dir/>
          <dgm:animOne val="branch"/>
          <dgm:animLvl val="lvl"/>
        </dgm:presLayoutVars>
      </dgm:prSet>
      <dgm:spPr/>
    </dgm:pt>
    <dgm:pt modelId="{0635DC98-660B-D94E-B497-1E55D415A59E}" type="pres">
      <dgm:prSet presAssocID="{F4F6F9E2-30FB-445A-9DFB-8B71EDDBA18E}" presName="thickLine" presStyleLbl="alignNode1" presStyleIdx="0" presStyleCnt="4"/>
      <dgm:spPr/>
    </dgm:pt>
    <dgm:pt modelId="{06821861-FC2C-A844-9429-6AA32CD48A6B}" type="pres">
      <dgm:prSet presAssocID="{F4F6F9E2-30FB-445A-9DFB-8B71EDDBA18E}" presName="horz1" presStyleCnt="0"/>
      <dgm:spPr/>
    </dgm:pt>
    <dgm:pt modelId="{A58B9034-64B9-5647-860A-A7531F226FBE}" type="pres">
      <dgm:prSet presAssocID="{F4F6F9E2-30FB-445A-9DFB-8B71EDDBA18E}" presName="tx1" presStyleLbl="revTx" presStyleIdx="0" presStyleCnt="4"/>
      <dgm:spPr/>
    </dgm:pt>
    <dgm:pt modelId="{2FA93F47-F557-7D4C-8707-1D999B907D39}" type="pres">
      <dgm:prSet presAssocID="{F4F6F9E2-30FB-445A-9DFB-8B71EDDBA18E}" presName="vert1" presStyleCnt="0"/>
      <dgm:spPr/>
    </dgm:pt>
    <dgm:pt modelId="{0BB66D5F-3979-6142-B573-E631CD802116}" type="pres">
      <dgm:prSet presAssocID="{49103755-B172-4EE6-A395-1D9DC68BE7BB}" presName="thickLine" presStyleLbl="alignNode1" presStyleIdx="1" presStyleCnt="4"/>
      <dgm:spPr/>
    </dgm:pt>
    <dgm:pt modelId="{2A7A36A6-21A8-B140-9068-512E2155C932}" type="pres">
      <dgm:prSet presAssocID="{49103755-B172-4EE6-A395-1D9DC68BE7BB}" presName="horz1" presStyleCnt="0"/>
      <dgm:spPr/>
    </dgm:pt>
    <dgm:pt modelId="{D5419E60-AA07-E646-A891-16EE5E48A691}" type="pres">
      <dgm:prSet presAssocID="{49103755-B172-4EE6-A395-1D9DC68BE7BB}" presName="tx1" presStyleLbl="revTx" presStyleIdx="1" presStyleCnt="4"/>
      <dgm:spPr/>
    </dgm:pt>
    <dgm:pt modelId="{DA119DB1-59C7-024F-A1F2-45BB4E93D8C3}" type="pres">
      <dgm:prSet presAssocID="{49103755-B172-4EE6-A395-1D9DC68BE7BB}" presName="vert1" presStyleCnt="0"/>
      <dgm:spPr/>
    </dgm:pt>
    <dgm:pt modelId="{43BFDA64-23A1-954E-8988-ED2609CDAF00}" type="pres">
      <dgm:prSet presAssocID="{62D6872A-004B-4D5C-B018-C11E79FEF1B7}" presName="thickLine" presStyleLbl="alignNode1" presStyleIdx="2" presStyleCnt="4"/>
      <dgm:spPr/>
    </dgm:pt>
    <dgm:pt modelId="{6F350378-BA2A-634F-AFA3-7B48C1A45B9F}" type="pres">
      <dgm:prSet presAssocID="{62D6872A-004B-4D5C-B018-C11E79FEF1B7}" presName="horz1" presStyleCnt="0"/>
      <dgm:spPr/>
    </dgm:pt>
    <dgm:pt modelId="{5114AD46-E6B8-EA43-A886-3B0F53236298}" type="pres">
      <dgm:prSet presAssocID="{62D6872A-004B-4D5C-B018-C11E79FEF1B7}" presName="tx1" presStyleLbl="revTx" presStyleIdx="2" presStyleCnt="4"/>
      <dgm:spPr/>
    </dgm:pt>
    <dgm:pt modelId="{F7408D60-EF34-EA47-9D82-870DA791D2DE}" type="pres">
      <dgm:prSet presAssocID="{62D6872A-004B-4D5C-B018-C11E79FEF1B7}" presName="vert1" presStyleCnt="0"/>
      <dgm:spPr/>
    </dgm:pt>
    <dgm:pt modelId="{7683E8F3-8E31-804F-A1B6-851FD1759051}" type="pres">
      <dgm:prSet presAssocID="{8879D9D0-1A59-4A81-BDC4-1E1BA6F25A53}" presName="thickLine" presStyleLbl="alignNode1" presStyleIdx="3" presStyleCnt="4"/>
      <dgm:spPr/>
    </dgm:pt>
    <dgm:pt modelId="{B780CD08-B040-1F44-B4C8-E31403C7D33E}" type="pres">
      <dgm:prSet presAssocID="{8879D9D0-1A59-4A81-BDC4-1E1BA6F25A53}" presName="horz1" presStyleCnt="0"/>
      <dgm:spPr/>
    </dgm:pt>
    <dgm:pt modelId="{416AB73B-3F85-794A-B00F-BD4D25ABB7EF}" type="pres">
      <dgm:prSet presAssocID="{8879D9D0-1A59-4A81-BDC4-1E1BA6F25A53}" presName="tx1" presStyleLbl="revTx" presStyleIdx="3" presStyleCnt="4"/>
      <dgm:spPr/>
    </dgm:pt>
    <dgm:pt modelId="{7D11107C-F9ED-7A42-BA81-F6BC32C9D64E}" type="pres">
      <dgm:prSet presAssocID="{8879D9D0-1A59-4A81-BDC4-1E1BA6F25A53}" presName="vert1" presStyleCnt="0"/>
      <dgm:spPr/>
    </dgm:pt>
  </dgm:ptLst>
  <dgm:cxnLst>
    <dgm:cxn modelId="{BD1E660D-46A1-4D42-AF9A-7E5AC4874A8F}" type="presOf" srcId="{5D396017-3917-4225-8512-E7745D2BB034}" destId="{751D09AD-4E57-7A47-89CF-4FC04EFDA071}" srcOrd="0" destOrd="0" presId="urn:microsoft.com/office/officeart/2008/layout/LinedList"/>
    <dgm:cxn modelId="{29D0230F-F2F4-D94A-90CD-2D60291BDDF7}" type="presOf" srcId="{62D6872A-004B-4D5C-B018-C11E79FEF1B7}" destId="{5114AD46-E6B8-EA43-A886-3B0F53236298}" srcOrd="0" destOrd="0" presId="urn:microsoft.com/office/officeart/2008/layout/LinedList"/>
    <dgm:cxn modelId="{DCC2B724-D6C1-4ED4-ACBA-BD8D29BD6A3C}" srcId="{5D396017-3917-4225-8512-E7745D2BB034}" destId="{49103755-B172-4EE6-A395-1D9DC68BE7BB}" srcOrd="1" destOrd="0" parTransId="{CB0EBCA5-752B-4D4F-B897-BF935577AC92}" sibTransId="{1A6CA76B-C095-423B-AFE9-AC9A4E7E9080}"/>
    <dgm:cxn modelId="{61F7E626-32CF-9D4F-8F38-AC2AB96ACA4C}" type="presOf" srcId="{49103755-B172-4EE6-A395-1D9DC68BE7BB}" destId="{D5419E60-AA07-E646-A891-16EE5E48A691}" srcOrd="0" destOrd="0" presId="urn:microsoft.com/office/officeart/2008/layout/LinedList"/>
    <dgm:cxn modelId="{0DA4E968-BE1E-BA47-BF5E-B76740FE0EFD}" type="presOf" srcId="{8879D9D0-1A59-4A81-BDC4-1E1BA6F25A53}" destId="{416AB73B-3F85-794A-B00F-BD4D25ABB7EF}" srcOrd="0" destOrd="0" presId="urn:microsoft.com/office/officeart/2008/layout/LinedList"/>
    <dgm:cxn modelId="{D2D40D73-533E-0C49-B947-AD8BC059E2F9}" type="presOf" srcId="{F4F6F9E2-30FB-445A-9DFB-8B71EDDBA18E}" destId="{A58B9034-64B9-5647-860A-A7531F226FBE}" srcOrd="0" destOrd="0" presId="urn:microsoft.com/office/officeart/2008/layout/LinedList"/>
    <dgm:cxn modelId="{6417079F-0102-4D22-B15F-A18A7E122421}" srcId="{5D396017-3917-4225-8512-E7745D2BB034}" destId="{8879D9D0-1A59-4A81-BDC4-1E1BA6F25A53}" srcOrd="3" destOrd="0" parTransId="{EC02B1F6-60A7-4ADC-B239-016DA35CA720}" sibTransId="{2742DF17-1E15-4031-8ABA-6B609860694D}"/>
    <dgm:cxn modelId="{209E36A2-FABB-45B3-A4B3-D72CB37709BA}" srcId="{5D396017-3917-4225-8512-E7745D2BB034}" destId="{62D6872A-004B-4D5C-B018-C11E79FEF1B7}" srcOrd="2" destOrd="0" parTransId="{AE7EC9B7-E668-4D55-AC2A-0EFBFDC5A7CD}" sibTransId="{23747B1F-AB3F-4E0C-82EB-4482160AC65D}"/>
    <dgm:cxn modelId="{A5E9D9CC-C7BF-4137-8568-E493D898483A}" srcId="{5D396017-3917-4225-8512-E7745D2BB034}" destId="{F4F6F9E2-30FB-445A-9DFB-8B71EDDBA18E}" srcOrd="0" destOrd="0" parTransId="{24214F25-2FAC-4B2E-A757-5838DA85AC95}" sibTransId="{5A6450BE-F7F5-4616-8209-88E165FDFC6C}"/>
    <dgm:cxn modelId="{D08D83A8-3E7B-6D4F-BD9C-DF1F69908F67}" type="presParOf" srcId="{751D09AD-4E57-7A47-89CF-4FC04EFDA071}" destId="{0635DC98-660B-D94E-B497-1E55D415A59E}" srcOrd="0" destOrd="0" presId="urn:microsoft.com/office/officeart/2008/layout/LinedList"/>
    <dgm:cxn modelId="{88415E91-7721-4F4B-9581-07122BB31DE1}" type="presParOf" srcId="{751D09AD-4E57-7A47-89CF-4FC04EFDA071}" destId="{06821861-FC2C-A844-9429-6AA32CD48A6B}" srcOrd="1" destOrd="0" presId="urn:microsoft.com/office/officeart/2008/layout/LinedList"/>
    <dgm:cxn modelId="{B7D08025-5B4B-8A45-A2DF-98CFF3963CC0}" type="presParOf" srcId="{06821861-FC2C-A844-9429-6AA32CD48A6B}" destId="{A58B9034-64B9-5647-860A-A7531F226FBE}" srcOrd="0" destOrd="0" presId="urn:microsoft.com/office/officeart/2008/layout/LinedList"/>
    <dgm:cxn modelId="{8EF40ED1-0373-244D-8768-E275BCBD06C9}" type="presParOf" srcId="{06821861-FC2C-A844-9429-6AA32CD48A6B}" destId="{2FA93F47-F557-7D4C-8707-1D999B907D39}" srcOrd="1" destOrd="0" presId="urn:microsoft.com/office/officeart/2008/layout/LinedList"/>
    <dgm:cxn modelId="{A783E869-589C-4146-9823-DD2D9A02979D}" type="presParOf" srcId="{751D09AD-4E57-7A47-89CF-4FC04EFDA071}" destId="{0BB66D5F-3979-6142-B573-E631CD802116}" srcOrd="2" destOrd="0" presId="urn:microsoft.com/office/officeart/2008/layout/LinedList"/>
    <dgm:cxn modelId="{3851A33B-8796-D14E-B532-109226C23AEF}" type="presParOf" srcId="{751D09AD-4E57-7A47-89CF-4FC04EFDA071}" destId="{2A7A36A6-21A8-B140-9068-512E2155C932}" srcOrd="3" destOrd="0" presId="urn:microsoft.com/office/officeart/2008/layout/LinedList"/>
    <dgm:cxn modelId="{9BFA5383-6647-EC4D-B1E1-3E04A6D6FD2A}" type="presParOf" srcId="{2A7A36A6-21A8-B140-9068-512E2155C932}" destId="{D5419E60-AA07-E646-A891-16EE5E48A691}" srcOrd="0" destOrd="0" presId="urn:microsoft.com/office/officeart/2008/layout/LinedList"/>
    <dgm:cxn modelId="{B09432F1-85A1-0842-AC44-83B806D07897}" type="presParOf" srcId="{2A7A36A6-21A8-B140-9068-512E2155C932}" destId="{DA119DB1-59C7-024F-A1F2-45BB4E93D8C3}" srcOrd="1" destOrd="0" presId="urn:microsoft.com/office/officeart/2008/layout/LinedList"/>
    <dgm:cxn modelId="{C2EF3D2D-A938-9F41-97FD-9C0E8C82C010}" type="presParOf" srcId="{751D09AD-4E57-7A47-89CF-4FC04EFDA071}" destId="{43BFDA64-23A1-954E-8988-ED2609CDAF00}" srcOrd="4" destOrd="0" presId="urn:microsoft.com/office/officeart/2008/layout/LinedList"/>
    <dgm:cxn modelId="{8B6ADAB3-CA28-AE4F-A9BF-9F409431B136}" type="presParOf" srcId="{751D09AD-4E57-7A47-89CF-4FC04EFDA071}" destId="{6F350378-BA2A-634F-AFA3-7B48C1A45B9F}" srcOrd="5" destOrd="0" presId="urn:microsoft.com/office/officeart/2008/layout/LinedList"/>
    <dgm:cxn modelId="{7708EBC0-FFD3-8942-B153-C059F33E5B0C}" type="presParOf" srcId="{6F350378-BA2A-634F-AFA3-7B48C1A45B9F}" destId="{5114AD46-E6B8-EA43-A886-3B0F53236298}" srcOrd="0" destOrd="0" presId="urn:microsoft.com/office/officeart/2008/layout/LinedList"/>
    <dgm:cxn modelId="{66337890-2D85-3A42-B632-CE3118F619D5}" type="presParOf" srcId="{6F350378-BA2A-634F-AFA3-7B48C1A45B9F}" destId="{F7408D60-EF34-EA47-9D82-870DA791D2DE}" srcOrd="1" destOrd="0" presId="urn:microsoft.com/office/officeart/2008/layout/LinedList"/>
    <dgm:cxn modelId="{6B0A7124-C319-E247-B744-35C980ABA4BF}" type="presParOf" srcId="{751D09AD-4E57-7A47-89CF-4FC04EFDA071}" destId="{7683E8F3-8E31-804F-A1B6-851FD1759051}" srcOrd="6" destOrd="0" presId="urn:microsoft.com/office/officeart/2008/layout/LinedList"/>
    <dgm:cxn modelId="{D8AE3D52-85D8-344B-B50F-1339930B0D8E}" type="presParOf" srcId="{751D09AD-4E57-7A47-89CF-4FC04EFDA071}" destId="{B780CD08-B040-1F44-B4C8-E31403C7D33E}" srcOrd="7" destOrd="0" presId="urn:microsoft.com/office/officeart/2008/layout/LinedList"/>
    <dgm:cxn modelId="{070B92F2-00F3-2C4F-9FA9-45484754B0F4}" type="presParOf" srcId="{B780CD08-B040-1F44-B4C8-E31403C7D33E}" destId="{416AB73B-3F85-794A-B00F-BD4D25ABB7EF}" srcOrd="0" destOrd="0" presId="urn:microsoft.com/office/officeart/2008/layout/LinedList"/>
    <dgm:cxn modelId="{0FB5421F-1AD6-DF4C-9268-D80C8F14CF6C}" type="presParOf" srcId="{B780CD08-B040-1F44-B4C8-E31403C7D33E}" destId="{7D11107C-F9ED-7A42-BA81-F6BC32C9D64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0B312D46-1E34-405C-937F-DBDA40FE7AF2}" type="doc">
      <dgm:prSet loTypeId="urn:microsoft.com/office/officeart/2016/7/layout/LinearBlockProcessNumbered" loCatId="process" qsTypeId="urn:microsoft.com/office/officeart/2005/8/quickstyle/simple1" qsCatId="simple" csTypeId="urn:microsoft.com/office/officeart/2005/8/colors/colorful5" csCatId="colorful"/>
      <dgm:spPr/>
      <dgm:t>
        <a:bodyPr/>
        <a:lstStyle/>
        <a:p>
          <a:endParaRPr lang="en-US"/>
        </a:p>
      </dgm:t>
    </dgm:pt>
    <dgm:pt modelId="{7190C222-D2F0-455F-9FA4-174964DEA0A8}">
      <dgm:prSet/>
      <dgm:spPr/>
      <dgm:t>
        <a:bodyPr/>
        <a:lstStyle/>
        <a:p>
          <a:r>
            <a:rPr lang="en-US"/>
            <a:t>Detect deadlocks via server logs (`ERROR: deadlock detected`) and review lock graph</a:t>
          </a:r>
        </a:p>
      </dgm:t>
    </dgm:pt>
    <dgm:pt modelId="{F6C17EB9-BD3A-4A81-9A97-515BF0C88747}" type="parTrans" cxnId="{B2B45C64-1B3D-41E0-A453-75D18A35CE89}">
      <dgm:prSet/>
      <dgm:spPr/>
      <dgm:t>
        <a:bodyPr/>
        <a:lstStyle/>
        <a:p>
          <a:endParaRPr lang="en-US"/>
        </a:p>
      </dgm:t>
    </dgm:pt>
    <dgm:pt modelId="{F8B24605-3D1C-4AAB-9D85-C0531C40D83B}" type="sibTrans" cxnId="{B2B45C64-1B3D-41E0-A453-75D18A35CE89}">
      <dgm:prSet phldrT="01" phldr="0"/>
      <dgm:spPr/>
      <dgm:t>
        <a:bodyPr/>
        <a:lstStyle/>
        <a:p>
          <a:r>
            <a:rPr lang="en-US"/>
            <a:t>01</a:t>
          </a:r>
        </a:p>
      </dgm:t>
    </dgm:pt>
    <dgm:pt modelId="{F0058E6C-389B-4975-A9AC-8269DD74C962}">
      <dgm:prSet/>
      <dgm:spPr/>
      <dgm:t>
        <a:bodyPr/>
        <a:lstStyle/>
        <a:p>
          <a:r>
            <a:rPr lang="en-US"/>
            <a:t>Keep transactions short to reduce contention; avoid waiting on user input mid-transaction</a:t>
          </a:r>
        </a:p>
      </dgm:t>
    </dgm:pt>
    <dgm:pt modelId="{700D59A9-6E88-4358-A849-30E1EC2DB8A4}" type="parTrans" cxnId="{0F2E9F63-BED3-4D7D-928C-E3AF5DB775A9}">
      <dgm:prSet/>
      <dgm:spPr/>
      <dgm:t>
        <a:bodyPr/>
        <a:lstStyle/>
        <a:p>
          <a:endParaRPr lang="en-US"/>
        </a:p>
      </dgm:t>
    </dgm:pt>
    <dgm:pt modelId="{E1249A3E-DB99-4EA4-B34E-A4911980C284}" type="sibTrans" cxnId="{0F2E9F63-BED3-4D7D-928C-E3AF5DB775A9}">
      <dgm:prSet phldrT="02" phldr="0"/>
      <dgm:spPr/>
      <dgm:t>
        <a:bodyPr/>
        <a:lstStyle/>
        <a:p>
          <a:r>
            <a:rPr lang="en-US"/>
            <a:t>02</a:t>
          </a:r>
        </a:p>
      </dgm:t>
    </dgm:pt>
    <dgm:pt modelId="{817519B0-0B36-4418-A1AE-CF2926D3B7C4}">
      <dgm:prSet/>
      <dgm:spPr/>
      <dgm:t>
        <a:bodyPr/>
        <a:lstStyle/>
        <a:p>
          <a:r>
            <a:rPr lang="en-US"/>
            <a:t>Leverage savepoints for partial rollbacks in complex workflows</a:t>
          </a:r>
        </a:p>
      </dgm:t>
    </dgm:pt>
    <dgm:pt modelId="{D8E16AA6-1064-4E6E-86E0-51197FA4A823}" type="parTrans" cxnId="{0796A424-F560-4119-B5A7-D931C407C314}">
      <dgm:prSet/>
      <dgm:spPr/>
      <dgm:t>
        <a:bodyPr/>
        <a:lstStyle/>
        <a:p>
          <a:endParaRPr lang="en-US"/>
        </a:p>
      </dgm:t>
    </dgm:pt>
    <dgm:pt modelId="{0206908F-8975-47A0-B6BD-6119FCC49D29}" type="sibTrans" cxnId="{0796A424-F560-4119-B5A7-D931C407C314}">
      <dgm:prSet phldrT="03" phldr="0"/>
      <dgm:spPr/>
      <dgm:t>
        <a:bodyPr/>
        <a:lstStyle/>
        <a:p>
          <a:r>
            <a:rPr lang="en-US"/>
            <a:t>03</a:t>
          </a:r>
        </a:p>
      </dgm:t>
    </dgm:pt>
    <dgm:pt modelId="{9B4ADE25-BD27-4889-B276-DFBD330A615F}">
      <dgm:prSet/>
      <dgm:spPr/>
      <dgm:t>
        <a:bodyPr/>
        <a:lstStyle/>
        <a:p>
          <a:r>
            <a:rPr lang="en-US"/>
            <a:t>Instrument applications with retry logic for serialization failures</a:t>
          </a:r>
        </a:p>
      </dgm:t>
    </dgm:pt>
    <dgm:pt modelId="{9642DB59-1D31-4057-89AB-BA8CA73FB46A}" type="parTrans" cxnId="{7D03E0CB-6443-4B0B-A0F0-A6ECBB7B07A5}">
      <dgm:prSet/>
      <dgm:spPr/>
      <dgm:t>
        <a:bodyPr/>
        <a:lstStyle/>
        <a:p>
          <a:endParaRPr lang="en-US"/>
        </a:p>
      </dgm:t>
    </dgm:pt>
    <dgm:pt modelId="{EBFCA6A0-8836-470C-B809-991DA28E5A06}" type="sibTrans" cxnId="{7D03E0CB-6443-4B0B-A0F0-A6ECBB7B07A5}">
      <dgm:prSet phldrT="04" phldr="0"/>
      <dgm:spPr/>
      <dgm:t>
        <a:bodyPr/>
        <a:lstStyle/>
        <a:p>
          <a:r>
            <a:rPr lang="en-US"/>
            <a:t>04</a:t>
          </a:r>
        </a:p>
      </dgm:t>
    </dgm:pt>
    <dgm:pt modelId="{89157B0D-45F8-6C4C-973F-FF426DBEB70D}" type="pres">
      <dgm:prSet presAssocID="{0B312D46-1E34-405C-937F-DBDA40FE7AF2}" presName="Name0" presStyleCnt="0">
        <dgm:presLayoutVars>
          <dgm:animLvl val="lvl"/>
          <dgm:resizeHandles val="exact"/>
        </dgm:presLayoutVars>
      </dgm:prSet>
      <dgm:spPr/>
    </dgm:pt>
    <dgm:pt modelId="{6105A5CC-773D-2D4B-9A8F-5F472E577303}" type="pres">
      <dgm:prSet presAssocID="{7190C222-D2F0-455F-9FA4-174964DEA0A8}" presName="compositeNode" presStyleCnt="0">
        <dgm:presLayoutVars>
          <dgm:bulletEnabled val="1"/>
        </dgm:presLayoutVars>
      </dgm:prSet>
      <dgm:spPr/>
    </dgm:pt>
    <dgm:pt modelId="{655C303A-C075-9349-8DD2-1E1A5F21EEA3}" type="pres">
      <dgm:prSet presAssocID="{7190C222-D2F0-455F-9FA4-174964DEA0A8}" presName="bgRect" presStyleLbl="alignNode1" presStyleIdx="0" presStyleCnt="4"/>
      <dgm:spPr/>
    </dgm:pt>
    <dgm:pt modelId="{1482D721-0C06-5A48-B225-E992810AB356}" type="pres">
      <dgm:prSet presAssocID="{F8B24605-3D1C-4AAB-9D85-C0531C40D83B}" presName="sibTransNodeRect" presStyleLbl="alignNode1" presStyleIdx="0" presStyleCnt="4">
        <dgm:presLayoutVars>
          <dgm:chMax val="0"/>
          <dgm:bulletEnabled val="1"/>
        </dgm:presLayoutVars>
      </dgm:prSet>
      <dgm:spPr/>
    </dgm:pt>
    <dgm:pt modelId="{48AE589E-286A-1C43-88E0-6A2FCDAFCA27}" type="pres">
      <dgm:prSet presAssocID="{7190C222-D2F0-455F-9FA4-174964DEA0A8}" presName="nodeRect" presStyleLbl="alignNode1" presStyleIdx="0" presStyleCnt="4">
        <dgm:presLayoutVars>
          <dgm:bulletEnabled val="1"/>
        </dgm:presLayoutVars>
      </dgm:prSet>
      <dgm:spPr/>
    </dgm:pt>
    <dgm:pt modelId="{0DE2DF6F-74CD-5842-9B43-513D13C18FC4}" type="pres">
      <dgm:prSet presAssocID="{F8B24605-3D1C-4AAB-9D85-C0531C40D83B}" presName="sibTrans" presStyleCnt="0"/>
      <dgm:spPr/>
    </dgm:pt>
    <dgm:pt modelId="{5A5671B2-C657-E443-AA2E-4570CFC44EE5}" type="pres">
      <dgm:prSet presAssocID="{F0058E6C-389B-4975-A9AC-8269DD74C962}" presName="compositeNode" presStyleCnt="0">
        <dgm:presLayoutVars>
          <dgm:bulletEnabled val="1"/>
        </dgm:presLayoutVars>
      </dgm:prSet>
      <dgm:spPr/>
    </dgm:pt>
    <dgm:pt modelId="{176FC7F8-8091-B34B-8B1F-1D4CBEFC74C7}" type="pres">
      <dgm:prSet presAssocID="{F0058E6C-389B-4975-A9AC-8269DD74C962}" presName="bgRect" presStyleLbl="alignNode1" presStyleIdx="1" presStyleCnt="4"/>
      <dgm:spPr/>
    </dgm:pt>
    <dgm:pt modelId="{62AEBC62-BDEA-2040-AF96-B63338A35733}" type="pres">
      <dgm:prSet presAssocID="{E1249A3E-DB99-4EA4-B34E-A4911980C284}" presName="sibTransNodeRect" presStyleLbl="alignNode1" presStyleIdx="1" presStyleCnt="4">
        <dgm:presLayoutVars>
          <dgm:chMax val="0"/>
          <dgm:bulletEnabled val="1"/>
        </dgm:presLayoutVars>
      </dgm:prSet>
      <dgm:spPr/>
    </dgm:pt>
    <dgm:pt modelId="{BE3C7AA9-1CA5-AD46-A7A9-1B7A359997FB}" type="pres">
      <dgm:prSet presAssocID="{F0058E6C-389B-4975-A9AC-8269DD74C962}" presName="nodeRect" presStyleLbl="alignNode1" presStyleIdx="1" presStyleCnt="4">
        <dgm:presLayoutVars>
          <dgm:bulletEnabled val="1"/>
        </dgm:presLayoutVars>
      </dgm:prSet>
      <dgm:spPr/>
    </dgm:pt>
    <dgm:pt modelId="{B036EC19-3E37-1C4A-B842-6A7641361800}" type="pres">
      <dgm:prSet presAssocID="{E1249A3E-DB99-4EA4-B34E-A4911980C284}" presName="sibTrans" presStyleCnt="0"/>
      <dgm:spPr/>
    </dgm:pt>
    <dgm:pt modelId="{AF72A640-EE00-5140-A654-FC786EDF6D5B}" type="pres">
      <dgm:prSet presAssocID="{817519B0-0B36-4418-A1AE-CF2926D3B7C4}" presName="compositeNode" presStyleCnt="0">
        <dgm:presLayoutVars>
          <dgm:bulletEnabled val="1"/>
        </dgm:presLayoutVars>
      </dgm:prSet>
      <dgm:spPr/>
    </dgm:pt>
    <dgm:pt modelId="{13C4E5E5-1D3E-9F42-A97E-E51E6EE04A3B}" type="pres">
      <dgm:prSet presAssocID="{817519B0-0B36-4418-A1AE-CF2926D3B7C4}" presName="bgRect" presStyleLbl="alignNode1" presStyleIdx="2" presStyleCnt="4"/>
      <dgm:spPr/>
    </dgm:pt>
    <dgm:pt modelId="{B89908EE-D42F-904B-9E59-8CE38DADD3D3}" type="pres">
      <dgm:prSet presAssocID="{0206908F-8975-47A0-B6BD-6119FCC49D29}" presName="sibTransNodeRect" presStyleLbl="alignNode1" presStyleIdx="2" presStyleCnt="4">
        <dgm:presLayoutVars>
          <dgm:chMax val="0"/>
          <dgm:bulletEnabled val="1"/>
        </dgm:presLayoutVars>
      </dgm:prSet>
      <dgm:spPr/>
    </dgm:pt>
    <dgm:pt modelId="{49A52F96-23FD-764F-8C9A-A49A364B460C}" type="pres">
      <dgm:prSet presAssocID="{817519B0-0B36-4418-A1AE-CF2926D3B7C4}" presName="nodeRect" presStyleLbl="alignNode1" presStyleIdx="2" presStyleCnt="4">
        <dgm:presLayoutVars>
          <dgm:bulletEnabled val="1"/>
        </dgm:presLayoutVars>
      </dgm:prSet>
      <dgm:spPr/>
    </dgm:pt>
    <dgm:pt modelId="{6F52497A-1471-CA45-95DD-5D0FEE95B3D2}" type="pres">
      <dgm:prSet presAssocID="{0206908F-8975-47A0-B6BD-6119FCC49D29}" presName="sibTrans" presStyleCnt="0"/>
      <dgm:spPr/>
    </dgm:pt>
    <dgm:pt modelId="{D53AC543-FE28-7841-8B34-6BA9B9177C75}" type="pres">
      <dgm:prSet presAssocID="{9B4ADE25-BD27-4889-B276-DFBD330A615F}" presName="compositeNode" presStyleCnt="0">
        <dgm:presLayoutVars>
          <dgm:bulletEnabled val="1"/>
        </dgm:presLayoutVars>
      </dgm:prSet>
      <dgm:spPr/>
    </dgm:pt>
    <dgm:pt modelId="{F80FBCD9-656E-9A48-B6BE-99C65D31AC45}" type="pres">
      <dgm:prSet presAssocID="{9B4ADE25-BD27-4889-B276-DFBD330A615F}" presName="bgRect" presStyleLbl="alignNode1" presStyleIdx="3" presStyleCnt="4"/>
      <dgm:spPr/>
    </dgm:pt>
    <dgm:pt modelId="{F0DF8C7D-A135-4940-B5A1-F4FBC1FB940D}" type="pres">
      <dgm:prSet presAssocID="{EBFCA6A0-8836-470C-B809-991DA28E5A06}" presName="sibTransNodeRect" presStyleLbl="alignNode1" presStyleIdx="3" presStyleCnt="4">
        <dgm:presLayoutVars>
          <dgm:chMax val="0"/>
          <dgm:bulletEnabled val="1"/>
        </dgm:presLayoutVars>
      </dgm:prSet>
      <dgm:spPr/>
    </dgm:pt>
    <dgm:pt modelId="{BB3EC4D4-78EA-6244-B503-880377BF8C9F}" type="pres">
      <dgm:prSet presAssocID="{9B4ADE25-BD27-4889-B276-DFBD330A615F}" presName="nodeRect" presStyleLbl="alignNode1" presStyleIdx="3" presStyleCnt="4">
        <dgm:presLayoutVars>
          <dgm:bulletEnabled val="1"/>
        </dgm:presLayoutVars>
      </dgm:prSet>
      <dgm:spPr/>
    </dgm:pt>
  </dgm:ptLst>
  <dgm:cxnLst>
    <dgm:cxn modelId="{8793AC02-F5F7-B843-A94D-8C92FCFD89B4}" type="presOf" srcId="{E1249A3E-DB99-4EA4-B34E-A4911980C284}" destId="{62AEBC62-BDEA-2040-AF96-B63338A35733}" srcOrd="0" destOrd="0" presId="urn:microsoft.com/office/officeart/2016/7/layout/LinearBlockProcessNumbered"/>
    <dgm:cxn modelId="{F9390A16-96AA-6F4F-99A2-27138F82AB84}" type="presOf" srcId="{9B4ADE25-BD27-4889-B276-DFBD330A615F}" destId="{BB3EC4D4-78EA-6244-B503-880377BF8C9F}" srcOrd="1" destOrd="0" presId="urn:microsoft.com/office/officeart/2016/7/layout/LinearBlockProcessNumbered"/>
    <dgm:cxn modelId="{0796A424-F560-4119-B5A7-D931C407C314}" srcId="{0B312D46-1E34-405C-937F-DBDA40FE7AF2}" destId="{817519B0-0B36-4418-A1AE-CF2926D3B7C4}" srcOrd="2" destOrd="0" parTransId="{D8E16AA6-1064-4E6E-86E0-51197FA4A823}" sibTransId="{0206908F-8975-47A0-B6BD-6119FCC49D29}"/>
    <dgm:cxn modelId="{5793C132-BCD7-3943-B061-7B8132517D9E}" type="presOf" srcId="{F0058E6C-389B-4975-A9AC-8269DD74C962}" destId="{BE3C7AA9-1CA5-AD46-A7A9-1B7A359997FB}" srcOrd="1" destOrd="0" presId="urn:microsoft.com/office/officeart/2016/7/layout/LinearBlockProcessNumbered"/>
    <dgm:cxn modelId="{3F447C4D-6F5E-164C-8667-51444370B598}" type="presOf" srcId="{817519B0-0B36-4418-A1AE-CF2926D3B7C4}" destId="{49A52F96-23FD-764F-8C9A-A49A364B460C}" srcOrd="1" destOrd="0" presId="urn:microsoft.com/office/officeart/2016/7/layout/LinearBlockProcessNumbered"/>
    <dgm:cxn modelId="{0F2E9F63-BED3-4D7D-928C-E3AF5DB775A9}" srcId="{0B312D46-1E34-405C-937F-DBDA40FE7AF2}" destId="{F0058E6C-389B-4975-A9AC-8269DD74C962}" srcOrd="1" destOrd="0" parTransId="{700D59A9-6E88-4358-A849-30E1EC2DB8A4}" sibTransId="{E1249A3E-DB99-4EA4-B34E-A4911980C284}"/>
    <dgm:cxn modelId="{B2B45C64-1B3D-41E0-A453-75D18A35CE89}" srcId="{0B312D46-1E34-405C-937F-DBDA40FE7AF2}" destId="{7190C222-D2F0-455F-9FA4-174964DEA0A8}" srcOrd="0" destOrd="0" parTransId="{F6C17EB9-BD3A-4A81-9A97-515BF0C88747}" sibTransId="{F8B24605-3D1C-4AAB-9D85-C0531C40D83B}"/>
    <dgm:cxn modelId="{5BEDB26F-21AC-3040-B677-697199C58DED}" type="presOf" srcId="{817519B0-0B36-4418-A1AE-CF2926D3B7C4}" destId="{13C4E5E5-1D3E-9F42-A97E-E51E6EE04A3B}" srcOrd="0" destOrd="0" presId="urn:microsoft.com/office/officeart/2016/7/layout/LinearBlockProcessNumbered"/>
    <dgm:cxn modelId="{CC913171-0986-6844-BDDC-CE29A05E431A}" type="presOf" srcId="{0206908F-8975-47A0-B6BD-6119FCC49D29}" destId="{B89908EE-D42F-904B-9E59-8CE38DADD3D3}" srcOrd="0" destOrd="0" presId="urn:microsoft.com/office/officeart/2016/7/layout/LinearBlockProcessNumbered"/>
    <dgm:cxn modelId="{CD8F3E7C-CD43-994A-B427-D8D501721BF6}" type="presOf" srcId="{9B4ADE25-BD27-4889-B276-DFBD330A615F}" destId="{F80FBCD9-656E-9A48-B6BE-99C65D31AC45}" srcOrd="0" destOrd="0" presId="urn:microsoft.com/office/officeart/2016/7/layout/LinearBlockProcessNumbered"/>
    <dgm:cxn modelId="{942F5897-7D22-4A4B-AF7C-F84C68CE6A51}" type="presOf" srcId="{7190C222-D2F0-455F-9FA4-174964DEA0A8}" destId="{655C303A-C075-9349-8DD2-1E1A5F21EEA3}" srcOrd="0" destOrd="0" presId="urn:microsoft.com/office/officeart/2016/7/layout/LinearBlockProcessNumbered"/>
    <dgm:cxn modelId="{1DEE38A6-F91C-D24F-A301-B38FE15F5674}" type="presOf" srcId="{0B312D46-1E34-405C-937F-DBDA40FE7AF2}" destId="{89157B0D-45F8-6C4C-973F-FF426DBEB70D}" srcOrd="0" destOrd="0" presId="urn:microsoft.com/office/officeart/2016/7/layout/LinearBlockProcessNumbered"/>
    <dgm:cxn modelId="{1D4A6CBA-D9AC-AB4B-9654-4A578A400C21}" type="presOf" srcId="{7190C222-D2F0-455F-9FA4-174964DEA0A8}" destId="{48AE589E-286A-1C43-88E0-6A2FCDAFCA27}" srcOrd="1" destOrd="0" presId="urn:microsoft.com/office/officeart/2016/7/layout/LinearBlockProcessNumbered"/>
    <dgm:cxn modelId="{C44158C0-C4AC-A64A-BF8E-5989E79D921B}" type="presOf" srcId="{F8B24605-3D1C-4AAB-9D85-C0531C40D83B}" destId="{1482D721-0C06-5A48-B225-E992810AB356}" srcOrd="0" destOrd="0" presId="urn:microsoft.com/office/officeart/2016/7/layout/LinearBlockProcessNumbered"/>
    <dgm:cxn modelId="{7D03E0CB-6443-4B0B-A0F0-A6ECBB7B07A5}" srcId="{0B312D46-1E34-405C-937F-DBDA40FE7AF2}" destId="{9B4ADE25-BD27-4889-B276-DFBD330A615F}" srcOrd="3" destOrd="0" parTransId="{9642DB59-1D31-4057-89AB-BA8CA73FB46A}" sibTransId="{EBFCA6A0-8836-470C-B809-991DA28E5A06}"/>
    <dgm:cxn modelId="{CDED58D6-6037-3147-BCBD-6A79B6FD73E2}" type="presOf" srcId="{EBFCA6A0-8836-470C-B809-991DA28E5A06}" destId="{F0DF8C7D-A135-4940-B5A1-F4FBC1FB940D}" srcOrd="0" destOrd="0" presId="urn:microsoft.com/office/officeart/2016/7/layout/LinearBlockProcessNumbered"/>
    <dgm:cxn modelId="{14F606FB-0A52-4040-B58E-822674281F98}" type="presOf" srcId="{F0058E6C-389B-4975-A9AC-8269DD74C962}" destId="{176FC7F8-8091-B34B-8B1F-1D4CBEFC74C7}" srcOrd="0" destOrd="0" presId="urn:microsoft.com/office/officeart/2016/7/layout/LinearBlockProcessNumbered"/>
    <dgm:cxn modelId="{FB7EB7FE-7CB1-A04A-9CF1-3C2A0013B8F2}" type="presParOf" srcId="{89157B0D-45F8-6C4C-973F-FF426DBEB70D}" destId="{6105A5CC-773D-2D4B-9A8F-5F472E577303}" srcOrd="0" destOrd="0" presId="urn:microsoft.com/office/officeart/2016/7/layout/LinearBlockProcessNumbered"/>
    <dgm:cxn modelId="{3063B08A-E803-034F-8CAA-201867B3BE3A}" type="presParOf" srcId="{6105A5CC-773D-2D4B-9A8F-5F472E577303}" destId="{655C303A-C075-9349-8DD2-1E1A5F21EEA3}" srcOrd="0" destOrd="0" presId="urn:microsoft.com/office/officeart/2016/7/layout/LinearBlockProcessNumbered"/>
    <dgm:cxn modelId="{D40D2D87-411A-AF48-9A16-9E1CC98BCF1F}" type="presParOf" srcId="{6105A5CC-773D-2D4B-9A8F-5F472E577303}" destId="{1482D721-0C06-5A48-B225-E992810AB356}" srcOrd="1" destOrd="0" presId="urn:microsoft.com/office/officeart/2016/7/layout/LinearBlockProcessNumbered"/>
    <dgm:cxn modelId="{B5C82DF8-195C-C84C-87BB-8BC7F652D0C9}" type="presParOf" srcId="{6105A5CC-773D-2D4B-9A8F-5F472E577303}" destId="{48AE589E-286A-1C43-88E0-6A2FCDAFCA27}" srcOrd="2" destOrd="0" presId="urn:microsoft.com/office/officeart/2016/7/layout/LinearBlockProcessNumbered"/>
    <dgm:cxn modelId="{37077FCE-BB23-A440-A592-F1A58C5D0BB8}" type="presParOf" srcId="{89157B0D-45F8-6C4C-973F-FF426DBEB70D}" destId="{0DE2DF6F-74CD-5842-9B43-513D13C18FC4}" srcOrd="1" destOrd="0" presId="urn:microsoft.com/office/officeart/2016/7/layout/LinearBlockProcessNumbered"/>
    <dgm:cxn modelId="{DAE3587F-B26F-A549-A9E6-DE7CEE83CE14}" type="presParOf" srcId="{89157B0D-45F8-6C4C-973F-FF426DBEB70D}" destId="{5A5671B2-C657-E443-AA2E-4570CFC44EE5}" srcOrd="2" destOrd="0" presId="urn:microsoft.com/office/officeart/2016/7/layout/LinearBlockProcessNumbered"/>
    <dgm:cxn modelId="{A903DA6B-5847-114F-AF1B-8AC7A8D29F43}" type="presParOf" srcId="{5A5671B2-C657-E443-AA2E-4570CFC44EE5}" destId="{176FC7F8-8091-B34B-8B1F-1D4CBEFC74C7}" srcOrd="0" destOrd="0" presId="urn:microsoft.com/office/officeart/2016/7/layout/LinearBlockProcessNumbered"/>
    <dgm:cxn modelId="{F14C99EE-3417-C24F-9B22-CAC59019A211}" type="presParOf" srcId="{5A5671B2-C657-E443-AA2E-4570CFC44EE5}" destId="{62AEBC62-BDEA-2040-AF96-B63338A35733}" srcOrd="1" destOrd="0" presId="urn:microsoft.com/office/officeart/2016/7/layout/LinearBlockProcessNumbered"/>
    <dgm:cxn modelId="{47E98E02-1774-7A4A-AA1C-0AC795B68F53}" type="presParOf" srcId="{5A5671B2-C657-E443-AA2E-4570CFC44EE5}" destId="{BE3C7AA9-1CA5-AD46-A7A9-1B7A359997FB}" srcOrd="2" destOrd="0" presId="urn:microsoft.com/office/officeart/2016/7/layout/LinearBlockProcessNumbered"/>
    <dgm:cxn modelId="{13AF6C43-A792-744B-B96C-BD44E6795729}" type="presParOf" srcId="{89157B0D-45F8-6C4C-973F-FF426DBEB70D}" destId="{B036EC19-3E37-1C4A-B842-6A7641361800}" srcOrd="3" destOrd="0" presId="urn:microsoft.com/office/officeart/2016/7/layout/LinearBlockProcessNumbered"/>
    <dgm:cxn modelId="{61639475-1B10-AA4C-A3B6-6090530D4ECB}" type="presParOf" srcId="{89157B0D-45F8-6C4C-973F-FF426DBEB70D}" destId="{AF72A640-EE00-5140-A654-FC786EDF6D5B}" srcOrd="4" destOrd="0" presId="urn:microsoft.com/office/officeart/2016/7/layout/LinearBlockProcessNumbered"/>
    <dgm:cxn modelId="{15396501-0A0A-F947-8852-31B1AC211371}" type="presParOf" srcId="{AF72A640-EE00-5140-A654-FC786EDF6D5B}" destId="{13C4E5E5-1D3E-9F42-A97E-E51E6EE04A3B}" srcOrd="0" destOrd="0" presId="urn:microsoft.com/office/officeart/2016/7/layout/LinearBlockProcessNumbered"/>
    <dgm:cxn modelId="{C2AF561D-0719-BE42-94F1-6E8246CFA43A}" type="presParOf" srcId="{AF72A640-EE00-5140-A654-FC786EDF6D5B}" destId="{B89908EE-D42F-904B-9E59-8CE38DADD3D3}" srcOrd="1" destOrd="0" presId="urn:microsoft.com/office/officeart/2016/7/layout/LinearBlockProcessNumbered"/>
    <dgm:cxn modelId="{BF43325A-04CF-B842-9CE8-4F771F4677A5}" type="presParOf" srcId="{AF72A640-EE00-5140-A654-FC786EDF6D5B}" destId="{49A52F96-23FD-764F-8C9A-A49A364B460C}" srcOrd="2" destOrd="0" presId="urn:microsoft.com/office/officeart/2016/7/layout/LinearBlockProcessNumbered"/>
    <dgm:cxn modelId="{B48A3229-8B68-134D-8536-25D98429BF0D}" type="presParOf" srcId="{89157B0D-45F8-6C4C-973F-FF426DBEB70D}" destId="{6F52497A-1471-CA45-95DD-5D0FEE95B3D2}" srcOrd="5" destOrd="0" presId="urn:microsoft.com/office/officeart/2016/7/layout/LinearBlockProcessNumbered"/>
    <dgm:cxn modelId="{01AD0637-DCAA-6240-ADFA-02B682A0C6B6}" type="presParOf" srcId="{89157B0D-45F8-6C4C-973F-FF426DBEB70D}" destId="{D53AC543-FE28-7841-8B34-6BA9B9177C75}" srcOrd="6" destOrd="0" presId="urn:microsoft.com/office/officeart/2016/7/layout/LinearBlockProcessNumbered"/>
    <dgm:cxn modelId="{F81C9505-462B-5D47-A872-B1CEF8EF7ED0}" type="presParOf" srcId="{D53AC543-FE28-7841-8B34-6BA9B9177C75}" destId="{F80FBCD9-656E-9A48-B6BE-99C65D31AC45}" srcOrd="0" destOrd="0" presId="urn:microsoft.com/office/officeart/2016/7/layout/LinearBlockProcessNumbered"/>
    <dgm:cxn modelId="{C6CF4C0C-DCA8-3440-B42C-937876306770}" type="presParOf" srcId="{D53AC543-FE28-7841-8B34-6BA9B9177C75}" destId="{F0DF8C7D-A135-4940-B5A1-F4FBC1FB940D}" srcOrd="1" destOrd="0" presId="urn:microsoft.com/office/officeart/2016/7/layout/LinearBlockProcessNumbered"/>
    <dgm:cxn modelId="{21FDC4E5-BCD3-3242-A365-B2F6046A2017}" type="presParOf" srcId="{D53AC543-FE28-7841-8B34-6BA9B9177C75}" destId="{BB3EC4D4-78EA-6244-B503-880377BF8C9F}"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448C1-71F9-2143-B7E3-A350BAEA2A61}">
      <dsp:nvSpPr>
        <dsp:cNvPr id="0" name=""/>
        <dsp:cNvSpPr/>
      </dsp:nvSpPr>
      <dsp:spPr>
        <a:xfrm>
          <a:off x="0" y="675"/>
          <a:ext cx="5175384" cy="0"/>
        </a:xfrm>
        <a:prstGeom prst="line">
          <a:avLst/>
        </a:prstGeom>
        <a:solidFill>
          <a:schemeClr val="dk2">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A6A185F-FA32-7F4E-A198-F815CB3B98B6}">
      <dsp:nvSpPr>
        <dsp:cNvPr id="0" name=""/>
        <dsp:cNvSpPr/>
      </dsp:nvSpPr>
      <dsp:spPr>
        <a:xfrm>
          <a:off x="0" y="675"/>
          <a:ext cx="5175384"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Review advanced SQL building blocks and server-side programming</a:t>
          </a:r>
        </a:p>
      </dsp:txBody>
      <dsp:txXfrm>
        <a:off x="0" y="675"/>
        <a:ext cx="5175384" cy="1106957"/>
      </dsp:txXfrm>
    </dsp:sp>
    <dsp:sp modelId="{F086792A-E858-504C-87A9-DADC8CF2A6E4}">
      <dsp:nvSpPr>
        <dsp:cNvPr id="0" name=""/>
        <dsp:cNvSpPr/>
      </dsp:nvSpPr>
      <dsp:spPr>
        <a:xfrm>
          <a:off x="0" y="1107633"/>
          <a:ext cx="5175384" cy="0"/>
        </a:xfrm>
        <a:prstGeom prst="line">
          <a:avLst/>
        </a:prstGeom>
        <a:solidFill>
          <a:schemeClr val="dk2">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D4A1E5C-FA8C-CE40-BF52-8DD5C60D90E7}">
      <dsp:nvSpPr>
        <dsp:cNvPr id="0" name=""/>
        <dsp:cNvSpPr/>
      </dsp:nvSpPr>
      <dsp:spPr>
        <a:xfrm>
          <a:off x="0" y="1107633"/>
          <a:ext cx="5175384"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Deep dive on constraints, triggers, and enforcing business rules</a:t>
          </a:r>
        </a:p>
      </dsp:txBody>
      <dsp:txXfrm>
        <a:off x="0" y="1107633"/>
        <a:ext cx="5175384" cy="1106957"/>
      </dsp:txXfrm>
    </dsp:sp>
    <dsp:sp modelId="{653D305C-B771-4B42-A0A3-B16502CF64D2}">
      <dsp:nvSpPr>
        <dsp:cNvPr id="0" name=""/>
        <dsp:cNvSpPr/>
      </dsp:nvSpPr>
      <dsp:spPr>
        <a:xfrm>
          <a:off x="0" y="2214591"/>
          <a:ext cx="5175384" cy="0"/>
        </a:xfrm>
        <a:prstGeom prst="line">
          <a:avLst/>
        </a:prstGeom>
        <a:solidFill>
          <a:schemeClr val="dk2">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D612D3B-D398-D641-93A9-33CBC5F99062}">
      <dsp:nvSpPr>
        <dsp:cNvPr id="0" name=""/>
        <dsp:cNvSpPr/>
      </dsp:nvSpPr>
      <dsp:spPr>
        <a:xfrm>
          <a:off x="0" y="2214591"/>
          <a:ext cx="5175384"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Transaction processing: ACID properties and isolation levels</a:t>
          </a:r>
        </a:p>
      </dsp:txBody>
      <dsp:txXfrm>
        <a:off x="0" y="2214591"/>
        <a:ext cx="5175384" cy="1106957"/>
      </dsp:txXfrm>
    </dsp:sp>
    <dsp:sp modelId="{94EA5712-C0FD-D149-85E1-9712ABD99D33}">
      <dsp:nvSpPr>
        <dsp:cNvPr id="0" name=""/>
        <dsp:cNvSpPr/>
      </dsp:nvSpPr>
      <dsp:spPr>
        <a:xfrm>
          <a:off x="0" y="3321549"/>
          <a:ext cx="5175384" cy="0"/>
        </a:xfrm>
        <a:prstGeom prst="line">
          <a:avLst/>
        </a:prstGeom>
        <a:solidFill>
          <a:schemeClr val="dk2">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07BA06-FF50-F44E-95DE-4ABAE2EEE610}">
      <dsp:nvSpPr>
        <dsp:cNvPr id="0" name=""/>
        <dsp:cNvSpPr/>
      </dsp:nvSpPr>
      <dsp:spPr>
        <a:xfrm>
          <a:off x="0" y="3321549"/>
          <a:ext cx="5175384"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Hands-on lab preview: create views/triggers, test constraints, manage transactions</a:t>
          </a:r>
        </a:p>
      </dsp:txBody>
      <dsp:txXfrm>
        <a:off x="0" y="3321549"/>
        <a:ext cx="5175384" cy="1106957"/>
      </dsp:txXfrm>
    </dsp:sp>
    <dsp:sp modelId="{DFE9E8D8-4899-D448-86E4-F8602E8C1561}">
      <dsp:nvSpPr>
        <dsp:cNvPr id="0" name=""/>
        <dsp:cNvSpPr/>
      </dsp:nvSpPr>
      <dsp:spPr>
        <a:xfrm>
          <a:off x="0" y="4428507"/>
          <a:ext cx="5175384" cy="0"/>
        </a:xfrm>
        <a:prstGeom prst="line">
          <a:avLst/>
        </a:prstGeom>
        <a:solidFill>
          <a:schemeClr val="dk2">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54DD218-D888-0842-960F-0E763A5E24D2}">
      <dsp:nvSpPr>
        <dsp:cNvPr id="0" name=""/>
        <dsp:cNvSpPr/>
      </dsp:nvSpPr>
      <dsp:spPr>
        <a:xfrm>
          <a:off x="0" y="4428507"/>
          <a:ext cx="5175384"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Kick off midterm project proposal planning</a:t>
          </a:r>
        </a:p>
      </dsp:txBody>
      <dsp:txXfrm>
        <a:off x="0" y="4428507"/>
        <a:ext cx="5175384" cy="11069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8A05A-15B0-BD4D-95EC-C47F5E470C0B}">
      <dsp:nvSpPr>
        <dsp:cNvPr id="0" name=""/>
        <dsp:cNvSpPr/>
      </dsp:nvSpPr>
      <dsp:spPr>
        <a:xfrm>
          <a:off x="0" y="348240"/>
          <a:ext cx="5175384" cy="91494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Functions: reusable logic executed on the server, authored in SQL or PL/pgSQL</a:t>
          </a:r>
        </a:p>
      </dsp:txBody>
      <dsp:txXfrm>
        <a:off x="44664" y="392904"/>
        <a:ext cx="5086056" cy="825612"/>
      </dsp:txXfrm>
    </dsp:sp>
    <dsp:sp modelId="{86DA92F2-3698-3146-A1A2-C0C522D73138}">
      <dsp:nvSpPr>
        <dsp:cNvPr id="0" name=""/>
        <dsp:cNvSpPr/>
      </dsp:nvSpPr>
      <dsp:spPr>
        <a:xfrm>
          <a:off x="0" y="1329420"/>
          <a:ext cx="5175384" cy="914940"/>
        </a:xfrm>
        <a:prstGeom prst="roundRect">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Views: saved query abstractions that secure and simplify data access</a:t>
          </a:r>
        </a:p>
      </dsp:txBody>
      <dsp:txXfrm>
        <a:off x="44664" y="1374084"/>
        <a:ext cx="5086056" cy="825612"/>
      </dsp:txXfrm>
    </dsp:sp>
    <dsp:sp modelId="{4178A90C-2881-AA49-9362-1EA606729CAF}">
      <dsp:nvSpPr>
        <dsp:cNvPr id="0" name=""/>
        <dsp:cNvSpPr/>
      </dsp:nvSpPr>
      <dsp:spPr>
        <a:xfrm>
          <a:off x="0" y="2310600"/>
          <a:ext cx="5175384" cy="914940"/>
        </a:xfrm>
        <a:prstGeom prst="roundRect">
          <a:avLst/>
        </a:prstGeom>
        <a:solidFill>
          <a:schemeClr val="accent2">
            <a:hueOff val="2340760"/>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Triggers: event-driven hooks invoking functions before/after DML</a:t>
          </a:r>
        </a:p>
      </dsp:txBody>
      <dsp:txXfrm>
        <a:off x="44664" y="2355264"/>
        <a:ext cx="5086056" cy="825612"/>
      </dsp:txXfrm>
    </dsp:sp>
    <dsp:sp modelId="{EC5B3D7E-0DEC-9A47-811C-A8304782B95D}">
      <dsp:nvSpPr>
        <dsp:cNvPr id="0" name=""/>
        <dsp:cNvSpPr/>
      </dsp:nvSpPr>
      <dsp:spPr>
        <a:xfrm>
          <a:off x="0" y="3291780"/>
          <a:ext cx="5175384" cy="914940"/>
        </a:xfrm>
        <a:prstGeom prst="roundRect">
          <a:avLst/>
        </a:prstGeom>
        <a:solidFill>
          <a:schemeClr val="accent2">
            <a:hueOff val="3511140"/>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Constraints: declarative guards ensuring structural and business integrity</a:t>
          </a:r>
        </a:p>
      </dsp:txBody>
      <dsp:txXfrm>
        <a:off x="44664" y="3336444"/>
        <a:ext cx="5086056" cy="825612"/>
      </dsp:txXfrm>
    </dsp:sp>
    <dsp:sp modelId="{5691B3A0-EF36-054F-9A2A-74B9E8442029}">
      <dsp:nvSpPr>
        <dsp:cNvPr id="0" name=""/>
        <dsp:cNvSpPr/>
      </dsp:nvSpPr>
      <dsp:spPr>
        <a:xfrm>
          <a:off x="0" y="4272960"/>
          <a:ext cx="5175384" cy="914940"/>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Transactions: atomic units of work that maintain database consistency</a:t>
          </a:r>
        </a:p>
      </dsp:txBody>
      <dsp:txXfrm>
        <a:off x="44664" y="4317624"/>
        <a:ext cx="5086056" cy="8256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43A295-2C9F-4248-9241-B5C51FDED255}">
      <dsp:nvSpPr>
        <dsp:cNvPr id="0" name=""/>
        <dsp:cNvSpPr/>
      </dsp:nvSpPr>
      <dsp:spPr>
        <a:xfrm>
          <a:off x="0" y="24870"/>
          <a:ext cx="5175384" cy="131975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Languages: SQL for simple expressions, PL/pgSQL for procedural logic, extensions for Python/JavaScript</a:t>
          </a:r>
        </a:p>
      </dsp:txBody>
      <dsp:txXfrm>
        <a:off x="64425" y="89295"/>
        <a:ext cx="5046534" cy="1190909"/>
      </dsp:txXfrm>
    </dsp:sp>
    <dsp:sp modelId="{D1D640DE-7D40-7F4F-A840-DAD69512F3F6}">
      <dsp:nvSpPr>
        <dsp:cNvPr id="0" name=""/>
        <dsp:cNvSpPr/>
      </dsp:nvSpPr>
      <dsp:spPr>
        <a:xfrm>
          <a:off x="0" y="1413750"/>
          <a:ext cx="5175384" cy="1319759"/>
        </a:xfrm>
        <a:prstGeom prst="round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Volatility categories control planner assumptions (`IMMUTABLE`, `STABLE`, `VOLATILE`)</a:t>
          </a:r>
        </a:p>
      </dsp:txBody>
      <dsp:txXfrm>
        <a:off x="64425" y="1478175"/>
        <a:ext cx="5046534" cy="1190909"/>
      </dsp:txXfrm>
    </dsp:sp>
    <dsp:sp modelId="{0C5A5200-884A-784A-ABC3-0AD42037D195}">
      <dsp:nvSpPr>
        <dsp:cNvPr id="0" name=""/>
        <dsp:cNvSpPr/>
      </dsp:nvSpPr>
      <dsp:spPr>
        <a:xfrm>
          <a:off x="0" y="2802630"/>
          <a:ext cx="5175384" cy="131975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Parameter mode support (`IN`, `OUT`, `VARIADIC`) and default values</a:t>
          </a:r>
        </a:p>
      </dsp:txBody>
      <dsp:txXfrm>
        <a:off x="64425" y="2867055"/>
        <a:ext cx="5046534" cy="1190909"/>
      </dsp:txXfrm>
    </dsp:sp>
    <dsp:sp modelId="{53E540EF-9DD7-494E-A0DD-4C387DE61BEE}">
      <dsp:nvSpPr>
        <dsp:cNvPr id="0" name=""/>
        <dsp:cNvSpPr/>
      </dsp:nvSpPr>
      <dsp:spPr>
        <a:xfrm>
          <a:off x="0" y="4191510"/>
          <a:ext cx="5175384" cy="1319759"/>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Security context: `SECURITY INVOKER` (default) vs `SECURITY DEFINER` for elevated tasks</a:t>
          </a:r>
        </a:p>
      </dsp:txBody>
      <dsp:txXfrm>
        <a:off x="64425" y="4255935"/>
        <a:ext cx="5046534" cy="1190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22AFF6-AD97-264A-BC87-566D668F6C9E}">
      <dsp:nvSpPr>
        <dsp:cNvPr id="0" name=""/>
        <dsp:cNvSpPr/>
      </dsp:nvSpPr>
      <dsp:spPr>
        <a:xfrm>
          <a:off x="0" y="180378"/>
          <a:ext cx="5175384" cy="5175384"/>
        </a:xfrm>
        <a:prstGeom prst="diamond">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01B5B7-1A64-714F-8139-2DDAB011CD58}">
      <dsp:nvSpPr>
        <dsp:cNvPr id="0" name=""/>
        <dsp:cNvSpPr/>
      </dsp:nvSpPr>
      <dsp:spPr>
        <a:xfrm>
          <a:off x="491661" y="672039"/>
          <a:ext cx="2018399" cy="201839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Definition pattern: `CREATE OR REPLACE FUNCTION schema.fn(args) RETURNS type LANGUAGE plpgsql AS $$ ... $$;`</a:t>
          </a:r>
        </a:p>
      </dsp:txBody>
      <dsp:txXfrm>
        <a:off x="590191" y="770569"/>
        <a:ext cx="1821339" cy="1821339"/>
      </dsp:txXfrm>
    </dsp:sp>
    <dsp:sp modelId="{DF32FF20-3C03-B140-99FF-8603AD1D9994}">
      <dsp:nvSpPr>
        <dsp:cNvPr id="0" name=""/>
        <dsp:cNvSpPr/>
      </dsp:nvSpPr>
      <dsp:spPr>
        <a:xfrm>
          <a:off x="2665322" y="672039"/>
          <a:ext cx="2018399" cy="2018399"/>
        </a:xfrm>
        <a:prstGeom prst="round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Use `DECLARE` block for variables and `BEGIN ... END` for logic</a:t>
          </a:r>
        </a:p>
      </dsp:txBody>
      <dsp:txXfrm>
        <a:off x="2763852" y="770569"/>
        <a:ext cx="1821339" cy="1821339"/>
      </dsp:txXfrm>
    </dsp:sp>
    <dsp:sp modelId="{4B62FE28-3194-C64B-B4B7-83A4007A0683}">
      <dsp:nvSpPr>
        <dsp:cNvPr id="0" name=""/>
        <dsp:cNvSpPr/>
      </dsp:nvSpPr>
      <dsp:spPr>
        <a:xfrm>
          <a:off x="491661" y="2845701"/>
          <a:ext cx="2018399" cy="201839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Return scalars, sets (`RETURNS TABLE`), or `SETOF` composite types</a:t>
          </a:r>
        </a:p>
      </dsp:txBody>
      <dsp:txXfrm>
        <a:off x="590191" y="2944231"/>
        <a:ext cx="1821339" cy="1821339"/>
      </dsp:txXfrm>
    </dsp:sp>
    <dsp:sp modelId="{810C4A7E-040C-2B4A-AB77-B7098FEDB919}">
      <dsp:nvSpPr>
        <dsp:cNvPr id="0" name=""/>
        <dsp:cNvSpPr/>
      </dsp:nvSpPr>
      <dsp:spPr>
        <a:xfrm>
          <a:off x="2665322" y="2845701"/>
          <a:ext cx="2018399" cy="2018399"/>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Add unit tests with `DO $$` blocks or extension frameworks (pgTAP) to validate behaviour</a:t>
          </a:r>
        </a:p>
      </dsp:txBody>
      <dsp:txXfrm>
        <a:off x="2763852" y="2944231"/>
        <a:ext cx="1821339" cy="18213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67091ED-7E45-7645-AE6D-9A989B735D4A}">
      <dsp:nvSpPr>
        <dsp:cNvPr id="0" name=""/>
        <dsp:cNvSpPr/>
      </dsp:nvSpPr>
      <dsp:spPr>
        <a:xfrm>
          <a:off x="0" y="24870"/>
          <a:ext cx="5175384" cy="131975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`CREATE VIEW` stores query definitions; security barrier ensures predicate pushdown safety</a:t>
          </a:r>
        </a:p>
      </dsp:txBody>
      <dsp:txXfrm>
        <a:off x="64425" y="89295"/>
        <a:ext cx="5046534" cy="1190909"/>
      </dsp:txXfrm>
    </dsp:sp>
    <dsp:sp modelId="{1D24121E-72F9-814D-8E7F-DBC43FF32A6D}">
      <dsp:nvSpPr>
        <dsp:cNvPr id="0" name=""/>
        <dsp:cNvSpPr/>
      </dsp:nvSpPr>
      <dsp:spPr>
        <a:xfrm>
          <a:off x="0" y="1413750"/>
          <a:ext cx="5175384" cy="1319759"/>
        </a:xfrm>
        <a:prstGeom prst="round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Use views to expose curated subsets, hide join complexity, and enforce row-level permissions</a:t>
          </a:r>
        </a:p>
      </dsp:txBody>
      <dsp:txXfrm>
        <a:off x="64425" y="1478175"/>
        <a:ext cx="5046534" cy="1190909"/>
      </dsp:txXfrm>
    </dsp:sp>
    <dsp:sp modelId="{0414790D-B3E7-994A-9D86-2BC33DD4C596}">
      <dsp:nvSpPr>
        <dsp:cNvPr id="0" name=""/>
        <dsp:cNvSpPr/>
      </dsp:nvSpPr>
      <dsp:spPr>
        <a:xfrm>
          <a:off x="0" y="2802630"/>
          <a:ext cx="5175384" cy="131975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Materialized views persist results; require `REFRESH MATERIALIZED VIEW` to stay current</a:t>
          </a:r>
        </a:p>
      </dsp:txBody>
      <dsp:txXfrm>
        <a:off x="64425" y="2867055"/>
        <a:ext cx="5046534" cy="1190909"/>
      </dsp:txXfrm>
    </dsp:sp>
    <dsp:sp modelId="{A9B3494E-BC5E-B847-BE2F-E036C951ABC8}">
      <dsp:nvSpPr>
        <dsp:cNvPr id="0" name=""/>
        <dsp:cNvSpPr/>
      </dsp:nvSpPr>
      <dsp:spPr>
        <a:xfrm>
          <a:off x="0" y="4191510"/>
          <a:ext cx="5175384" cy="1319759"/>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Consider indexes on materialized view columns for reporting workloads</a:t>
          </a:r>
        </a:p>
      </dsp:txBody>
      <dsp:txXfrm>
        <a:off x="64425" y="4255935"/>
        <a:ext cx="5046534" cy="1190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6F0596-3D08-5147-B935-C04E9D56C32F}">
      <dsp:nvSpPr>
        <dsp:cNvPr id="0" name=""/>
        <dsp:cNvSpPr/>
      </dsp:nvSpPr>
      <dsp:spPr>
        <a:xfrm>
          <a:off x="0" y="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79D4E-E0E3-5442-9B94-7A6F6EBAC4E5}">
      <dsp:nvSpPr>
        <dsp:cNvPr id="0" name=""/>
        <dsp:cNvSpPr/>
      </dsp:nvSpPr>
      <dsp:spPr>
        <a:xfrm>
          <a:off x="0" y="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Apply column aliases and document semantics to improve discoverability</a:t>
          </a:r>
        </a:p>
      </dsp:txBody>
      <dsp:txXfrm>
        <a:off x="0" y="0"/>
        <a:ext cx="5175384" cy="1384035"/>
      </dsp:txXfrm>
    </dsp:sp>
    <dsp:sp modelId="{33C39C6E-8CC7-484D-A6A7-5E3F1211BA07}">
      <dsp:nvSpPr>
        <dsp:cNvPr id="0" name=""/>
        <dsp:cNvSpPr/>
      </dsp:nvSpPr>
      <dsp:spPr>
        <a:xfrm>
          <a:off x="0" y="138403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1F0500E-C740-1848-9C52-9427007BCE69}">
      <dsp:nvSpPr>
        <dsp:cNvPr id="0" name=""/>
        <dsp:cNvSpPr/>
      </dsp:nvSpPr>
      <dsp:spPr>
        <a:xfrm>
          <a:off x="0" y="138403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Use `WITH CHECK OPTION` to prevent updates that violate view filters</a:t>
          </a:r>
        </a:p>
      </dsp:txBody>
      <dsp:txXfrm>
        <a:off x="0" y="1384035"/>
        <a:ext cx="5175384" cy="1384035"/>
      </dsp:txXfrm>
    </dsp:sp>
    <dsp:sp modelId="{05F0D7F5-6B6D-B04D-95E0-1E950AA13DEB}">
      <dsp:nvSpPr>
        <dsp:cNvPr id="0" name=""/>
        <dsp:cNvSpPr/>
      </dsp:nvSpPr>
      <dsp:spPr>
        <a:xfrm>
          <a:off x="0" y="276807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A3ABFD2-BED6-F34D-8839-4E62B70D8FA3}">
      <dsp:nvSpPr>
        <dsp:cNvPr id="0" name=""/>
        <dsp:cNvSpPr/>
      </dsp:nvSpPr>
      <dsp:spPr>
        <a:xfrm>
          <a:off x="0" y="276807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Leverage `security_barrier = on` for views used in security-sensitive contexts</a:t>
          </a:r>
        </a:p>
      </dsp:txBody>
      <dsp:txXfrm>
        <a:off x="0" y="2768070"/>
        <a:ext cx="5175384" cy="1384035"/>
      </dsp:txXfrm>
    </dsp:sp>
    <dsp:sp modelId="{630195BA-EE6B-4944-B7EF-E861D9969728}">
      <dsp:nvSpPr>
        <dsp:cNvPr id="0" name=""/>
        <dsp:cNvSpPr/>
      </dsp:nvSpPr>
      <dsp:spPr>
        <a:xfrm>
          <a:off x="0" y="415210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03A6D7C-CC94-9643-A809-610E5D278D28}">
      <dsp:nvSpPr>
        <dsp:cNvPr id="0" name=""/>
        <dsp:cNvSpPr/>
      </dsp:nvSpPr>
      <dsp:spPr>
        <a:xfrm>
          <a:off x="0" y="415210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Version control view definitions alongside migrations to track schema evolution</a:t>
          </a:r>
        </a:p>
      </dsp:txBody>
      <dsp:txXfrm>
        <a:off x="0" y="4152105"/>
        <a:ext cx="5175384" cy="138403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6659BE-48BB-3245-BB46-9561DD9BF35D}">
      <dsp:nvSpPr>
        <dsp:cNvPr id="0" name=""/>
        <dsp:cNvSpPr/>
      </dsp:nvSpPr>
      <dsp:spPr>
        <a:xfrm>
          <a:off x="0" y="24870"/>
          <a:ext cx="5175384" cy="131975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Structural: `PRIMARY KEY`, `UNIQUE`, `NOT NULL`, `FOREIGN KEY` maintain relational integrity</a:t>
          </a:r>
        </a:p>
      </dsp:txBody>
      <dsp:txXfrm>
        <a:off x="64425" y="89295"/>
        <a:ext cx="5046534" cy="1190909"/>
      </dsp:txXfrm>
    </dsp:sp>
    <dsp:sp modelId="{93B0A619-9A07-4A46-BA72-10691EFD96F8}">
      <dsp:nvSpPr>
        <dsp:cNvPr id="0" name=""/>
        <dsp:cNvSpPr/>
      </dsp:nvSpPr>
      <dsp:spPr>
        <a:xfrm>
          <a:off x="0" y="1413750"/>
          <a:ext cx="5175384" cy="1319759"/>
        </a:xfrm>
        <a:prstGeom prst="round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Business logic: `CHECK` constraints evaluate expressions per row</a:t>
          </a:r>
        </a:p>
      </dsp:txBody>
      <dsp:txXfrm>
        <a:off x="64425" y="1478175"/>
        <a:ext cx="5046534" cy="1190909"/>
      </dsp:txXfrm>
    </dsp:sp>
    <dsp:sp modelId="{EE67F499-E8B0-6340-981B-077E81F5A2BE}">
      <dsp:nvSpPr>
        <dsp:cNvPr id="0" name=""/>
        <dsp:cNvSpPr/>
      </dsp:nvSpPr>
      <dsp:spPr>
        <a:xfrm>
          <a:off x="0" y="2802630"/>
          <a:ext cx="5175384" cy="131975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Exclusion constraints (`USING gist`) prevent conflicting ranges or schedules</a:t>
          </a:r>
        </a:p>
      </dsp:txBody>
      <dsp:txXfrm>
        <a:off x="64425" y="2867055"/>
        <a:ext cx="5046534" cy="1190909"/>
      </dsp:txXfrm>
    </dsp:sp>
    <dsp:sp modelId="{A70B5935-1CE6-F346-9371-AC7EF939063F}">
      <dsp:nvSpPr>
        <dsp:cNvPr id="0" name=""/>
        <dsp:cNvSpPr/>
      </dsp:nvSpPr>
      <dsp:spPr>
        <a:xfrm>
          <a:off x="0" y="4191510"/>
          <a:ext cx="5175384" cy="1319759"/>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Domain constraints let you define reusable typed validations across tables</a:t>
          </a:r>
        </a:p>
      </dsp:txBody>
      <dsp:txXfrm>
        <a:off x="64425" y="4255935"/>
        <a:ext cx="5046534" cy="119090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5D944B-F496-5447-8C90-2F16E200C461}">
      <dsp:nvSpPr>
        <dsp:cNvPr id="0" name=""/>
        <dsp:cNvSpPr/>
      </dsp:nvSpPr>
      <dsp:spPr>
        <a:xfrm>
          <a:off x="0" y="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0BA5AE6-60EA-C044-ABBE-0901352FBE66}">
      <dsp:nvSpPr>
        <dsp:cNvPr id="0" name=""/>
        <dsp:cNvSpPr/>
      </dsp:nvSpPr>
      <dsp:spPr>
        <a:xfrm>
          <a:off x="0" y="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a:t>Deferrable constraints postpone enforcement until transaction commit (`DEFERRABLE INITIALLY DEFERRED`)</a:t>
          </a:r>
        </a:p>
      </dsp:txBody>
      <dsp:txXfrm>
        <a:off x="0" y="0"/>
        <a:ext cx="5175384" cy="1384035"/>
      </dsp:txXfrm>
    </dsp:sp>
    <dsp:sp modelId="{E087E661-6DFE-1143-B986-8C83207642C5}">
      <dsp:nvSpPr>
        <dsp:cNvPr id="0" name=""/>
        <dsp:cNvSpPr/>
      </dsp:nvSpPr>
      <dsp:spPr>
        <a:xfrm>
          <a:off x="0" y="138403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4A6DEEE-51A7-624F-BC77-B7B6DA8C7F5A}">
      <dsp:nvSpPr>
        <dsp:cNvPr id="0" name=""/>
        <dsp:cNvSpPr/>
      </dsp:nvSpPr>
      <dsp:spPr>
        <a:xfrm>
          <a:off x="0" y="138403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a:t>Use `ALTER TABLE ... VALIDATE CONSTRAINT` when backfilling large datasets</a:t>
          </a:r>
        </a:p>
      </dsp:txBody>
      <dsp:txXfrm>
        <a:off x="0" y="1384035"/>
        <a:ext cx="5175384" cy="1384035"/>
      </dsp:txXfrm>
    </dsp:sp>
    <dsp:sp modelId="{01B00AB9-1F36-B94F-ADD9-1C007B60CA1B}">
      <dsp:nvSpPr>
        <dsp:cNvPr id="0" name=""/>
        <dsp:cNvSpPr/>
      </dsp:nvSpPr>
      <dsp:spPr>
        <a:xfrm>
          <a:off x="0" y="276807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3E5466F-C0E8-5B4B-B430-21DBDCA765C4}">
      <dsp:nvSpPr>
        <dsp:cNvPr id="0" name=""/>
        <dsp:cNvSpPr/>
      </dsp:nvSpPr>
      <dsp:spPr>
        <a:xfrm>
          <a:off x="0" y="276807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a:t>Document cascading behaviours for foreign keys (`ON DELETE CASCADE/SET NULL/RESTRICT`)</a:t>
          </a:r>
        </a:p>
      </dsp:txBody>
      <dsp:txXfrm>
        <a:off x="0" y="2768070"/>
        <a:ext cx="5175384" cy="1384035"/>
      </dsp:txXfrm>
    </dsp:sp>
    <dsp:sp modelId="{F8EECEEF-1DE6-F246-B582-4D19D962ECE6}">
      <dsp:nvSpPr>
        <dsp:cNvPr id="0" name=""/>
        <dsp:cNvSpPr/>
      </dsp:nvSpPr>
      <dsp:spPr>
        <a:xfrm>
          <a:off x="0" y="415210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C0009B-3025-D84B-A0B5-3DFAF117F6AC}">
      <dsp:nvSpPr>
        <dsp:cNvPr id="0" name=""/>
        <dsp:cNvSpPr/>
      </dsp:nvSpPr>
      <dsp:spPr>
        <a:xfrm>
          <a:off x="0" y="415210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en-US" sz="2500" kern="1200"/>
            <a:t>Prefer declarative constraints over trigger-based validation when possible for planner awareness</a:t>
          </a:r>
        </a:p>
      </dsp:txBody>
      <dsp:txXfrm>
        <a:off x="0" y="4152105"/>
        <a:ext cx="5175384" cy="13840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1E8A60-9440-C443-8148-A77585A093E2}">
      <dsp:nvSpPr>
        <dsp:cNvPr id="0" name=""/>
        <dsp:cNvSpPr/>
      </dsp:nvSpPr>
      <dsp:spPr>
        <a:xfrm>
          <a:off x="0" y="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9E91196-585F-4C4C-B501-D8DD6C45F6D9}">
      <dsp:nvSpPr>
        <dsp:cNvPr id="0" name=""/>
        <dsp:cNvSpPr/>
      </dsp:nvSpPr>
      <dsp:spPr>
        <a:xfrm>
          <a:off x="0" y="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Triggers fire on table events: `INSERT`, `UPDATE`, `DELETE`, `TRUNCATE`</a:t>
          </a:r>
        </a:p>
      </dsp:txBody>
      <dsp:txXfrm>
        <a:off x="0" y="0"/>
        <a:ext cx="5175384" cy="1384035"/>
      </dsp:txXfrm>
    </dsp:sp>
    <dsp:sp modelId="{A2D4B54F-6F2B-3E40-BF36-D085127E57DD}">
      <dsp:nvSpPr>
        <dsp:cNvPr id="0" name=""/>
        <dsp:cNvSpPr/>
      </dsp:nvSpPr>
      <dsp:spPr>
        <a:xfrm>
          <a:off x="0" y="138403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D9997C7-AADE-2843-A397-2EEF084B956D}">
      <dsp:nvSpPr>
        <dsp:cNvPr id="0" name=""/>
        <dsp:cNvSpPr/>
      </dsp:nvSpPr>
      <dsp:spPr>
        <a:xfrm>
          <a:off x="0" y="138403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Timing: `BEFORE` for validation/mutation, `AFTER` for logging or side effects</a:t>
          </a:r>
        </a:p>
      </dsp:txBody>
      <dsp:txXfrm>
        <a:off x="0" y="1384035"/>
        <a:ext cx="5175384" cy="1384035"/>
      </dsp:txXfrm>
    </dsp:sp>
    <dsp:sp modelId="{4D9F8B9B-FCA3-7F47-80D9-DFC1EEFC291C}">
      <dsp:nvSpPr>
        <dsp:cNvPr id="0" name=""/>
        <dsp:cNvSpPr/>
      </dsp:nvSpPr>
      <dsp:spPr>
        <a:xfrm>
          <a:off x="0" y="276807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C8BA8BA-8E49-4C43-B0D2-8529218DFCEB}">
      <dsp:nvSpPr>
        <dsp:cNvPr id="0" name=""/>
        <dsp:cNvSpPr/>
      </dsp:nvSpPr>
      <dsp:spPr>
        <a:xfrm>
          <a:off x="0" y="276807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Statement vs row-level triggers based on workload characteristics</a:t>
          </a:r>
        </a:p>
      </dsp:txBody>
      <dsp:txXfrm>
        <a:off x="0" y="2768070"/>
        <a:ext cx="5175384" cy="1384035"/>
      </dsp:txXfrm>
    </dsp:sp>
    <dsp:sp modelId="{044A7925-1161-C24F-A472-BE6DAFD131A6}">
      <dsp:nvSpPr>
        <dsp:cNvPr id="0" name=""/>
        <dsp:cNvSpPr/>
      </dsp:nvSpPr>
      <dsp:spPr>
        <a:xfrm>
          <a:off x="0" y="415210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9C7EF65-E057-E94F-89B7-DF7C6F9BFD2B}">
      <dsp:nvSpPr>
        <dsp:cNvPr id="0" name=""/>
        <dsp:cNvSpPr/>
      </dsp:nvSpPr>
      <dsp:spPr>
        <a:xfrm>
          <a:off x="0" y="415210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Executed function must return appropriate record (`NEW`/`OLD`) for row-level triggers</a:t>
          </a:r>
        </a:p>
      </dsp:txBody>
      <dsp:txXfrm>
        <a:off x="0" y="4152105"/>
        <a:ext cx="5175384" cy="1384035"/>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BA2CCF-DFF6-504E-9DB0-D8BC77A80A18}">
      <dsp:nvSpPr>
        <dsp:cNvPr id="0" name=""/>
        <dsp:cNvSpPr/>
      </dsp:nvSpPr>
      <dsp:spPr>
        <a:xfrm>
          <a:off x="2319112" y="1759622"/>
          <a:ext cx="502959" cy="91440"/>
        </a:xfrm>
        <a:custGeom>
          <a:avLst/>
          <a:gdLst/>
          <a:ahLst/>
          <a:cxnLst/>
          <a:rect l="0" t="0" r="0" b="0"/>
          <a:pathLst>
            <a:path>
              <a:moveTo>
                <a:pt x="0" y="45720"/>
              </a:moveTo>
              <a:lnTo>
                <a:pt x="502959" y="45720"/>
              </a:lnTo>
            </a:path>
          </a:pathLst>
        </a:custGeom>
        <a:noFill/>
        <a:ln w="9525" cap="flat" cmpd="sng" algn="ctr">
          <a:solidFill>
            <a:schemeClr val="accent2">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7253" y="1802675"/>
        <a:ext cx="26677" cy="5335"/>
      </dsp:txXfrm>
    </dsp:sp>
    <dsp:sp modelId="{B0D34300-88C8-EF44-A5FA-0187DEA8A890}">
      <dsp:nvSpPr>
        <dsp:cNvPr id="0" name=""/>
        <dsp:cNvSpPr/>
      </dsp:nvSpPr>
      <dsp:spPr>
        <a:xfrm>
          <a:off x="1086" y="1109395"/>
          <a:ext cx="2319825" cy="1391895"/>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673" tIns="119320" rIns="113673" bIns="119320" numCol="1" spcCol="1270" anchor="ctr" anchorCtr="0">
          <a:noAutofit/>
        </a:bodyPr>
        <a:lstStyle/>
        <a:p>
          <a:pPr marL="0" lvl="0" indent="0" algn="ctr" defTabSz="711200">
            <a:lnSpc>
              <a:spcPct val="90000"/>
            </a:lnSpc>
            <a:spcBef>
              <a:spcPct val="0"/>
            </a:spcBef>
            <a:spcAft>
              <a:spcPct val="35000"/>
            </a:spcAft>
            <a:buNone/>
          </a:pPr>
          <a:r>
            <a:rPr lang="en-US" sz="1600" kern="1200"/>
            <a:t>Audit trail: insert into history table capturing `OLD`, `NEW`, actor, timestamp</a:t>
          </a:r>
        </a:p>
      </dsp:txBody>
      <dsp:txXfrm>
        <a:off x="1086" y="1109395"/>
        <a:ext cx="2319825" cy="1391895"/>
      </dsp:txXfrm>
    </dsp:sp>
    <dsp:sp modelId="{A46C4ECE-CE37-174A-8974-69011BA43F99}">
      <dsp:nvSpPr>
        <dsp:cNvPr id="0" name=""/>
        <dsp:cNvSpPr/>
      </dsp:nvSpPr>
      <dsp:spPr>
        <a:xfrm>
          <a:off x="1160999" y="2499490"/>
          <a:ext cx="2853385" cy="502959"/>
        </a:xfrm>
        <a:custGeom>
          <a:avLst/>
          <a:gdLst/>
          <a:ahLst/>
          <a:cxnLst/>
          <a:rect l="0" t="0" r="0" b="0"/>
          <a:pathLst>
            <a:path>
              <a:moveTo>
                <a:pt x="2853385" y="0"/>
              </a:moveTo>
              <a:lnTo>
                <a:pt x="2853385" y="268579"/>
              </a:lnTo>
              <a:lnTo>
                <a:pt x="0" y="268579"/>
              </a:lnTo>
              <a:lnTo>
                <a:pt x="0" y="502959"/>
              </a:lnTo>
            </a:path>
          </a:pathLst>
        </a:custGeom>
        <a:noFill/>
        <a:ln w="9525" cap="flat" cmpd="sng" algn="ctr">
          <a:solidFill>
            <a:schemeClr val="accent2">
              <a:hueOff val="2340760"/>
              <a:satOff val="-2919"/>
              <a:lumOff val="686"/>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15120" y="2748302"/>
        <a:ext cx="145142" cy="5335"/>
      </dsp:txXfrm>
    </dsp:sp>
    <dsp:sp modelId="{BC3FE72D-16AB-584D-9040-BA4CE6077200}">
      <dsp:nvSpPr>
        <dsp:cNvPr id="0" name=""/>
        <dsp:cNvSpPr/>
      </dsp:nvSpPr>
      <dsp:spPr>
        <a:xfrm>
          <a:off x="2854471" y="1109395"/>
          <a:ext cx="2319825" cy="1391895"/>
        </a:xfrm>
        <a:prstGeom prst="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673" tIns="119320" rIns="113673" bIns="119320" numCol="1" spcCol="1270" anchor="ctr" anchorCtr="0">
          <a:noAutofit/>
        </a:bodyPr>
        <a:lstStyle/>
        <a:p>
          <a:pPr marL="0" lvl="0" indent="0" algn="ctr" defTabSz="711200">
            <a:lnSpc>
              <a:spcPct val="90000"/>
            </a:lnSpc>
            <a:spcBef>
              <a:spcPct val="0"/>
            </a:spcBef>
            <a:spcAft>
              <a:spcPct val="35000"/>
            </a:spcAft>
            <a:buNone/>
          </a:pPr>
          <a:r>
            <a:rPr lang="en-US" sz="1600" kern="1200"/>
            <a:t>Denormalisation: maintain summary table counters after writes</a:t>
          </a:r>
        </a:p>
      </dsp:txBody>
      <dsp:txXfrm>
        <a:off x="2854471" y="1109395"/>
        <a:ext cx="2319825" cy="1391895"/>
      </dsp:txXfrm>
    </dsp:sp>
    <dsp:sp modelId="{8D349725-9872-DF4C-87E1-71376799A500}">
      <dsp:nvSpPr>
        <dsp:cNvPr id="0" name=""/>
        <dsp:cNvSpPr/>
      </dsp:nvSpPr>
      <dsp:spPr>
        <a:xfrm>
          <a:off x="2319112" y="3685078"/>
          <a:ext cx="502959" cy="91440"/>
        </a:xfrm>
        <a:custGeom>
          <a:avLst/>
          <a:gdLst/>
          <a:ahLst/>
          <a:cxnLst/>
          <a:rect l="0" t="0" r="0" b="0"/>
          <a:pathLst>
            <a:path>
              <a:moveTo>
                <a:pt x="0" y="45720"/>
              </a:moveTo>
              <a:lnTo>
                <a:pt x="502959" y="45720"/>
              </a:lnTo>
            </a:path>
          </a:pathLst>
        </a:custGeom>
        <a:noFill/>
        <a:ln w="9525" cap="flat" cmpd="sng" algn="ctr">
          <a:solidFill>
            <a:schemeClr val="accent2">
              <a:hueOff val="4681520"/>
              <a:satOff val="-5839"/>
              <a:lumOff val="1373"/>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7253" y="3728130"/>
        <a:ext cx="26677" cy="5335"/>
      </dsp:txXfrm>
    </dsp:sp>
    <dsp:sp modelId="{5CC63065-57A5-5F47-83D0-6AFE9E611972}">
      <dsp:nvSpPr>
        <dsp:cNvPr id="0" name=""/>
        <dsp:cNvSpPr/>
      </dsp:nvSpPr>
      <dsp:spPr>
        <a:xfrm>
          <a:off x="1086" y="3034850"/>
          <a:ext cx="2319825" cy="1391895"/>
        </a:xfrm>
        <a:prstGeom prst="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673" tIns="119320" rIns="113673" bIns="119320" numCol="1" spcCol="1270" anchor="ctr" anchorCtr="0">
          <a:noAutofit/>
        </a:bodyPr>
        <a:lstStyle/>
        <a:p>
          <a:pPr marL="0" lvl="0" indent="0" algn="ctr" defTabSz="711200">
            <a:lnSpc>
              <a:spcPct val="90000"/>
            </a:lnSpc>
            <a:spcBef>
              <a:spcPct val="0"/>
            </a:spcBef>
            <a:spcAft>
              <a:spcPct val="35000"/>
            </a:spcAft>
            <a:buNone/>
          </a:pPr>
          <a:r>
            <a:rPr lang="en-US" sz="1600" kern="1200"/>
            <a:t>Data sanitisation: enforce case formatting, derived columns before insert/update</a:t>
          </a:r>
        </a:p>
      </dsp:txBody>
      <dsp:txXfrm>
        <a:off x="1086" y="3034850"/>
        <a:ext cx="2319825" cy="1391895"/>
      </dsp:txXfrm>
    </dsp:sp>
    <dsp:sp modelId="{8B7D6600-EEF8-6D4F-8F2D-DF2F29592767}">
      <dsp:nvSpPr>
        <dsp:cNvPr id="0" name=""/>
        <dsp:cNvSpPr/>
      </dsp:nvSpPr>
      <dsp:spPr>
        <a:xfrm>
          <a:off x="2854471" y="3034850"/>
          <a:ext cx="2319825" cy="1391895"/>
        </a:xfrm>
        <a:prstGeom prst="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673" tIns="119320" rIns="113673" bIns="119320" numCol="1" spcCol="1270" anchor="ctr" anchorCtr="0">
          <a:noAutofit/>
        </a:bodyPr>
        <a:lstStyle/>
        <a:p>
          <a:pPr marL="0" lvl="0" indent="0" algn="ctr" defTabSz="711200">
            <a:lnSpc>
              <a:spcPct val="90000"/>
            </a:lnSpc>
            <a:spcBef>
              <a:spcPct val="0"/>
            </a:spcBef>
            <a:spcAft>
              <a:spcPct val="35000"/>
            </a:spcAft>
            <a:buNone/>
          </a:pPr>
          <a:r>
            <a:rPr lang="en-US" sz="1600" kern="1200"/>
            <a:t>Guard rails: raise exceptions when business rules are violated instead of silent corrections</a:t>
          </a:r>
        </a:p>
      </dsp:txBody>
      <dsp:txXfrm>
        <a:off x="2854471" y="3034850"/>
        <a:ext cx="2319825" cy="139189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DC68FA-7E57-7441-9F60-78ACBC446E2B}">
      <dsp:nvSpPr>
        <dsp:cNvPr id="0" name=""/>
        <dsp:cNvSpPr/>
      </dsp:nvSpPr>
      <dsp:spPr>
        <a:xfrm>
          <a:off x="0" y="24870"/>
          <a:ext cx="5175384" cy="131975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Atomicity: all statements succeed or none persist (`BEGIN ... COMMIT` / `ROLLBACK`)</a:t>
          </a:r>
        </a:p>
      </dsp:txBody>
      <dsp:txXfrm>
        <a:off x="64425" y="89295"/>
        <a:ext cx="5046534" cy="1190909"/>
      </dsp:txXfrm>
    </dsp:sp>
    <dsp:sp modelId="{C5FC2138-8FB1-9F48-B7E5-9F006A0CB26B}">
      <dsp:nvSpPr>
        <dsp:cNvPr id="0" name=""/>
        <dsp:cNvSpPr/>
      </dsp:nvSpPr>
      <dsp:spPr>
        <a:xfrm>
          <a:off x="0" y="1413750"/>
          <a:ext cx="5175384" cy="1319759"/>
        </a:xfrm>
        <a:prstGeom prst="roundRect">
          <a:avLst/>
        </a:prstGeom>
        <a:solidFill>
          <a:schemeClr val="accent2">
            <a:hueOff val="1560507"/>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Consistency: constraints and triggers maintain valid database states</a:t>
          </a:r>
        </a:p>
      </dsp:txBody>
      <dsp:txXfrm>
        <a:off x="64425" y="1478175"/>
        <a:ext cx="5046534" cy="1190909"/>
      </dsp:txXfrm>
    </dsp:sp>
    <dsp:sp modelId="{64257226-3022-894F-B0D6-C77A9B079206}">
      <dsp:nvSpPr>
        <dsp:cNvPr id="0" name=""/>
        <dsp:cNvSpPr/>
      </dsp:nvSpPr>
      <dsp:spPr>
        <a:xfrm>
          <a:off x="0" y="2802630"/>
          <a:ext cx="5175384" cy="131975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Isolation: concurrent transactions behave as if executed serially depending on level</a:t>
          </a:r>
        </a:p>
      </dsp:txBody>
      <dsp:txXfrm>
        <a:off x="64425" y="2867055"/>
        <a:ext cx="5046534" cy="1190909"/>
      </dsp:txXfrm>
    </dsp:sp>
    <dsp:sp modelId="{ACF93303-122C-9344-9EFF-190F539F56FC}">
      <dsp:nvSpPr>
        <dsp:cNvPr id="0" name=""/>
        <dsp:cNvSpPr/>
      </dsp:nvSpPr>
      <dsp:spPr>
        <a:xfrm>
          <a:off x="0" y="4191510"/>
          <a:ext cx="5175384" cy="1319759"/>
        </a:xfrm>
        <a:prstGeom prst="roundRect">
          <a:avLst/>
        </a:prstGeom>
        <a:solidFill>
          <a:schemeClr val="accent2">
            <a:hueOff val="4681520"/>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Durability: committed changes survive crashes via WAL and checkpoints</a:t>
          </a:r>
        </a:p>
      </dsp:txBody>
      <dsp:txXfrm>
        <a:off x="64425" y="4255935"/>
        <a:ext cx="5046534" cy="119090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635DC98-660B-D94E-B497-1E55D415A59E}">
      <dsp:nvSpPr>
        <dsp:cNvPr id="0" name=""/>
        <dsp:cNvSpPr/>
      </dsp:nvSpPr>
      <dsp:spPr>
        <a:xfrm>
          <a:off x="0" y="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58B9034-64B9-5647-860A-A7531F226FBE}">
      <dsp:nvSpPr>
        <dsp:cNvPr id="0" name=""/>
        <dsp:cNvSpPr/>
      </dsp:nvSpPr>
      <dsp:spPr>
        <a:xfrm>
          <a:off x="0" y="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PostgreSQL defaults to `READ COMMITTED`; `REPEATABLE READ` and `SERIALIZABLE` increase safety</a:t>
          </a:r>
        </a:p>
      </dsp:txBody>
      <dsp:txXfrm>
        <a:off x="0" y="0"/>
        <a:ext cx="5175384" cy="1384035"/>
      </dsp:txXfrm>
    </dsp:sp>
    <dsp:sp modelId="{0BB66D5F-3979-6142-B573-E631CD802116}">
      <dsp:nvSpPr>
        <dsp:cNvPr id="0" name=""/>
        <dsp:cNvSpPr/>
      </dsp:nvSpPr>
      <dsp:spPr>
        <a:xfrm>
          <a:off x="0" y="138403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5419E60-AA07-E646-A891-16EE5E48A691}">
      <dsp:nvSpPr>
        <dsp:cNvPr id="0" name=""/>
        <dsp:cNvSpPr/>
      </dsp:nvSpPr>
      <dsp:spPr>
        <a:xfrm>
          <a:off x="0" y="138403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Phenomena: dirty reads, non-repeatable reads, phantom reads, write skew</a:t>
          </a:r>
        </a:p>
      </dsp:txBody>
      <dsp:txXfrm>
        <a:off x="0" y="1384035"/>
        <a:ext cx="5175384" cy="1384035"/>
      </dsp:txXfrm>
    </dsp:sp>
    <dsp:sp modelId="{43BFDA64-23A1-954E-8988-ED2609CDAF00}">
      <dsp:nvSpPr>
        <dsp:cNvPr id="0" name=""/>
        <dsp:cNvSpPr/>
      </dsp:nvSpPr>
      <dsp:spPr>
        <a:xfrm>
          <a:off x="0" y="2768070"/>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4AD46-E6B8-EA43-A886-3B0F53236298}">
      <dsp:nvSpPr>
        <dsp:cNvPr id="0" name=""/>
        <dsp:cNvSpPr/>
      </dsp:nvSpPr>
      <dsp:spPr>
        <a:xfrm>
          <a:off x="0" y="2768070"/>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Use explicit locking (`SELECT ... FOR UPDATE`) or advisory locks for coordination</a:t>
          </a:r>
        </a:p>
      </dsp:txBody>
      <dsp:txXfrm>
        <a:off x="0" y="2768070"/>
        <a:ext cx="5175384" cy="1384035"/>
      </dsp:txXfrm>
    </dsp:sp>
    <dsp:sp modelId="{7683E8F3-8E31-804F-A1B6-851FD1759051}">
      <dsp:nvSpPr>
        <dsp:cNvPr id="0" name=""/>
        <dsp:cNvSpPr/>
      </dsp:nvSpPr>
      <dsp:spPr>
        <a:xfrm>
          <a:off x="0" y="4152105"/>
          <a:ext cx="5175384" cy="0"/>
        </a:xfrm>
        <a:prstGeom prst="line">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16AB73B-3F85-794A-B00F-BD4D25ABB7EF}">
      <dsp:nvSpPr>
        <dsp:cNvPr id="0" name=""/>
        <dsp:cNvSpPr/>
      </dsp:nvSpPr>
      <dsp:spPr>
        <a:xfrm>
          <a:off x="0" y="4152105"/>
          <a:ext cx="5175384" cy="13840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Monitor conflicts with `pg_stat_activity`, `pg_locks`, and server logs</a:t>
          </a:r>
        </a:p>
      </dsp:txBody>
      <dsp:txXfrm>
        <a:off x="0" y="4152105"/>
        <a:ext cx="5175384" cy="1384035"/>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5C303A-C075-9349-8DD2-1E1A5F21EEA3}">
      <dsp:nvSpPr>
        <dsp:cNvPr id="0" name=""/>
        <dsp:cNvSpPr/>
      </dsp:nvSpPr>
      <dsp:spPr>
        <a:xfrm>
          <a:off x="93" y="2081494"/>
          <a:ext cx="1125703" cy="1350843"/>
        </a:xfrm>
        <a:prstGeom prst="rect">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194" tIns="0" rIns="111194" bIns="330200" numCol="1" spcCol="1270" anchor="t" anchorCtr="0">
          <a:noAutofit/>
        </a:bodyPr>
        <a:lstStyle/>
        <a:p>
          <a:pPr marL="0" lvl="0" indent="0" algn="l" defTabSz="488950">
            <a:lnSpc>
              <a:spcPct val="90000"/>
            </a:lnSpc>
            <a:spcBef>
              <a:spcPct val="0"/>
            </a:spcBef>
            <a:spcAft>
              <a:spcPct val="35000"/>
            </a:spcAft>
            <a:buNone/>
          </a:pPr>
          <a:r>
            <a:rPr lang="en-US" sz="1100" kern="1200"/>
            <a:t>Detect deadlocks via server logs (`ERROR: deadlock detected`) and review lock graph</a:t>
          </a:r>
        </a:p>
      </dsp:txBody>
      <dsp:txXfrm>
        <a:off x="93" y="2621831"/>
        <a:ext cx="1125703" cy="810506"/>
      </dsp:txXfrm>
    </dsp:sp>
    <dsp:sp modelId="{1482D721-0C06-5A48-B225-E992810AB356}">
      <dsp:nvSpPr>
        <dsp:cNvPr id="0" name=""/>
        <dsp:cNvSpPr/>
      </dsp:nvSpPr>
      <dsp:spPr>
        <a:xfrm>
          <a:off x="93" y="2081494"/>
          <a:ext cx="1125703" cy="54033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11194" tIns="165100" rIns="111194" bIns="165100" numCol="1" spcCol="1270" anchor="ctr" anchorCtr="0">
          <a:noAutofit/>
        </a:bodyPr>
        <a:lstStyle/>
        <a:p>
          <a:pPr marL="0" lvl="0" indent="0" algn="l" defTabSz="666750">
            <a:lnSpc>
              <a:spcPct val="90000"/>
            </a:lnSpc>
            <a:spcBef>
              <a:spcPct val="0"/>
            </a:spcBef>
            <a:spcAft>
              <a:spcPct val="35000"/>
            </a:spcAft>
            <a:buNone/>
          </a:pPr>
          <a:r>
            <a:rPr lang="en-US" sz="1500" kern="1200"/>
            <a:t>01</a:t>
          </a:r>
        </a:p>
      </dsp:txBody>
      <dsp:txXfrm>
        <a:off x="93" y="2081494"/>
        <a:ext cx="1125703" cy="540337"/>
      </dsp:txXfrm>
    </dsp:sp>
    <dsp:sp modelId="{176FC7F8-8091-B34B-8B1F-1D4CBEFC74C7}">
      <dsp:nvSpPr>
        <dsp:cNvPr id="0" name=""/>
        <dsp:cNvSpPr/>
      </dsp:nvSpPr>
      <dsp:spPr>
        <a:xfrm>
          <a:off x="1215852" y="2081494"/>
          <a:ext cx="1125703" cy="1350843"/>
        </a:xfrm>
        <a:prstGeom prst="rect">
          <a:avLst/>
        </a:prstGeom>
        <a:solidFill>
          <a:schemeClr val="accent5">
            <a:hueOff val="-3311292"/>
            <a:satOff val="13270"/>
            <a:lumOff val="2876"/>
            <a:alphaOff val="0"/>
          </a:schemeClr>
        </a:solidFill>
        <a:ln w="25400" cap="flat" cmpd="sng" algn="ctr">
          <a:solidFill>
            <a:schemeClr val="accent5">
              <a:hueOff val="-3311292"/>
              <a:satOff val="13270"/>
              <a:lumOff val="287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194" tIns="0" rIns="111194" bIns="330200" numCol="1" spcCol="1270" anchor="t" anchorCtr="0">
          <a:noAutofit/>
        </a:bodyPr>
        <a:lstStyle/>
        <a:p>
          <a:pPr marL="0" lvl="0" indent="0" algn="l" defTabSz="488950">
            <a:lnSpc>
              <a:spcPct val="90000"/>
            </a:lnSpc>
            <a:spcBef>
              <a:spcPct val="0"/>
            </a:spcBef>
            <a:spcAft>
              <a:spcPct val="35000"/>
            </a:spcAft>
            <a:buNone/>
          </a:pPr>
          <a:r>
            <a:rPr lang="en-US" sz="1100" kern="1200"/>
            <a:t>Keep transactions short to reduce contention; avoid waiting on user input mid-transaction</a:t>
          </a:r>
        </a:p>
      </dsp:txBody>
      <dsp:txXfrm>
        <a:off x="1215852" y="2621831"/>
        <a:ext cx="1125703" cy="810506"/>
      </dsp:txXfrm>
    </dsp:sp>
    <dsp:sp modelId="{62AEBC62-BDEA-2040-AF96-B63338A35733}">
      <dsp:nvSpPr>
        <dsp:cNvPr id="0" name=""/>
        <dsp:cNvSpPr/>
      </dsp:nvSpPr>
      <dsp:spPr>
        <a:xfrm>
          <a:off x="1215852" y="2081494"/>
          <a:ext cx="1125703" cy="54033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11194" tIns="165100" rIns="111194" bIns="165100" numCol="1" spcCol="1270" anchor="ctr" anchorCtr="0">
          <a:noAutofit/>
        </a:bodyPr>
        <a:lstStyle/>
        <a:p>
          <a:pPr marL="0" lvl="0" indent="0" algn="l" defTabSz="666750">
            <a:lnSpc>
              <a:spcPct val="90000"/>
            </a:lnSpc>
            <a:spcBef>
              <a:spcPct val="0"/>
            </a:spcBef>
            <a:spcAft>
              <a:spcPct val="35000"/>
            </a:spcAft>
            <a:buNone/>
          </a:pPr>
          <a:r>
            <a:rPr lang="en-US" sz="1500" kern="1200"/>
            <a:t>02</a:t>
          </a:r>
        </a:p>
      </dsp:txBody>
      <dsp:txXfrm>
        <a:off x="1215852" y="2081494"/>
        <a:ext cx="1125703" cy="540337"/>
      </dsp:txXfrm>
    </dsp:sp>
    <dsp:sp modelId="{13C4E5E5-1D3E-9F42-A97E-E51E6EE04A3B}">
      <dsp:nvSpPr>
        <dsp:cNvPr id="0" name=""/>
        <dsp:cNvSpPr/>
      </dsp:nvSpPr>
      <dsp:spPr>
        <a:xfrm>
          <a:off x="2431612" y="2081494"/>
          <a:ext cx="1125703" cy="1350843"/>
        </a:xfrm>
        <a:prstGeom prst="rect">
          <a:avLst/>
        </a:prstGeom>
        <a:solidFill>
          <a:schemeClr val="accent5">
            <a:hueOff val="-6622584"/>
            <a:satOff val="26541"/>
            <a:lumOff val="5752"/>
            <a:alphaOff val="0"/>
          </a:schemeClr>
        </a:solidFill>
        <a:ln w="25400" cap="flat" cmpd="sng" algn="ctr">
          <a:solidFill>
            <a:schemeClr val="accent5">
              <a:hueOff val="-6622584"/>
              <a:satOff val="26541"/>
              <a:lumOff val="5752"/>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194" tIns="0" rIns="111194" bIns="330200" numCol="1" spcCol="1270" anchor="t" anchorCtr="0">
          <a:noAutofit/>
        </a:bodyPr>
        <a:lstStyle/>
        <a:p>
          <a:pPr marL="0" lvl="0" indent="0" algn="l" defTabSz="488950">
            <a:lnSpc>
              <a:spcPct val="90000"/>
            </a:lnSpc>
            <a:spcBef>
              <a:spcPct val="0"/>
            </a:spcBef>
            <a:spcAft>
              <a:spcPct val="35000"/>
            </a:spcAft>
            <a:buNone/>
          </a:pPr>
          <a:r>
            <a:rPr lang="en-US" sz="1100" kern="1200"/>
            <a:t>Leverage savepoints for partial rollbacks in complex workflows</a:t>
          </a:r>
        </a:p>
      </dsp:txBody>
      <dsp:txXfrm>
        <a:off x="2431612" y="2621831"/>
        <a:ext cx="1125703" cy="810506"/>
      </dsp:txXfrm>
    </dsp:sp>
    <dsp:sp modelId="{B89908EE-D42F-904B-9E59-8CE38DADD3D3}">
      <dsp:nvSpPr>
        <dsp:cNvPr id="0" name=""/>
        <dsp:cNvSpPr/>
      </dsp:nvSpPr>
      <dsp:spPr>
        <a:xfrm>
          <a:off x="2431612" y="2081494"/>
          <a:ext cx="1125703" cy="54033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11194" tIns="165100" rIns="111194" bIns="165100" numCol="1" spcCol="1270" anchor="ctr" anchorCtr="0">
          <a:noAutofit/>
        </a:bodyPr>
        <a:lstStyle/>
        <a:p>
          <a:pPr marL="0" lvl="0" indent="0" algn="l" defTabSz="666750">
            <a:lnSpc>
              <a:spcPct val="90000"/>
            </a:lnSpc>
            <a:spcBef>
              <a:spcPct val="0"/>
            </a:spcBef>
            <a:spcAft>
              <a:spcPct val="35000"/>
            </a:spcAft>
            <a:buNone/>
          </a:pPr>
          <a:r>
            <a:rPr lang="en-US" sz="1500" kern="1200"/>
            <a:t>03</a:t>
          </a:r>
        </a:p>
      </dsp:txBody>
      <dsp:txXfrm>
        <a:off x="2431612" y="2081494"/>
        <a:ext cx="1125703" cy="540337"/>
      </dsp:txXfrm>
    </dsp:sp>
    <dsp:sp modelId="{F80FBCD9-656E-9A48-B6BE-99C65D31AC45}">
      <dsp:nvSpPr>
        <dsp:cNvPr id="0" name=""/>
        <dsp:cNvSpPr/>
      </dsp:nvSpPr>
      <dsp:spPr>
        <a:xfrm>
          <a:off x="3647371" y="2081494"/>
          <a:ext cx="1125703" cy="1350843"/>
        </a:xfrm>
        <a:prstGeom prst="rect">
          <a:avLst/>
        </a:prstGeom>
        <a:solidFill>
          <a:schemeClr val="accent5">
            <a:hueOff val="-9933876"/>
            <a:satOff val="39811"/>
            <a:lumOff val="8628"/>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1194" tIns="0" rIns="111194" bIns="330200" numCol="1" spcCol="1270" anchor="t" anchorCtr="0">
          <a:noAutofit/>
        </a:bodyPr>
        <a:lstStyle/>
        <a:p>
          <a:pPr marL="0" lvl="0" indent="0" algn="l" defTabSz="488950">
            <a:lnSpc>
              <a:spcPct val="90000"/>
            </a:lnSpc>
            <a:spcBef>
              <a:spcPct val="0"/>
            </a:spcBef>
            <a:spcAft>
              <a:spcPct val="35000"/>
            </a:spcAft>
            <a:buNone/>
          </a:pPr>
          <a:r>
            <a:rPr lang="en-US" sz="1100" kern="1200"/>
            <a:t>Instrument applications with retry logic for serialization failures</a:t>
          </a:r>
        </a:p>
      </dsp:txBody>
      <dsp:txXfrm>
        <a:off x="3647371" y="2621831"/>
        <a:ext cx="1125703" cy="810506"/>
      </dsp:txXfrm>
    </dsp:sp>
    <dsp:sp modelId="{F0DF8C7D-A135-4940-B5A1-F4FBC1FB940D}">
      <dsp:nvSpPr>
        <dsp:cNvPr id="0" name=""/>
        <dsp:cNvSpPr/>
      </dsp:nvSpPr>
      <dsp:spPr>
        <a:xfrm>
          <a:off x="3647371" y="2081494"/>
          <a:ext cx="1125703" cy="54033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11194" tIns="165100" rIns="111194" bIns="165100" numCol="1" spcCol="1270" anchor="ctr" anchorCtr="0">
          <a:noAutofit/>
        </a:bodyPr>
        <a:lstStyle/>
        <a:p>
          <a:pPr marL="0" lvl="0" indent="0" algn="l" defTabSz="666750">
            <a:lnSpc>
              <a:spcPct val="90000"/>
            </a:lnSpc>
            <a:spcBef>
              <a:spcPct val="0"/>
            </a:spcBef>
            <a:spcAft>
              <a:spcPct val="35000"/>
            </a:spcAft>
            <a:buNone/>
          </a:pPr>
          <a:r>
            <a:rPr lang="en-US" sz="1500" kern="1200"/>
            <a:t>04</a:t>
          </a:r>
        </a:p>
      </dsp:txBody>
      <dsp:txXfrm>
        <a:off x="3647371" y="2081494"/>
        <a:ext cx="1125703" cy="540337"/>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matrix3">
  <dgm:title val=""/>
  <dgm:desc val=""/>
  <dgm:catLst>
    <dgm:cat type="matrix" pri="1000"/>
    <dgm:cat type="convert" pri="18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w" for="ch" forName="diamond" refType="w"/>
          <dgm:constr type="h" for="ch" forName="diamond" refType="h"/>
          <dgm:constr type="w" for="ch" forName="quad1" refType="w" fact="0.39"/>
          <dgm:constr type="h" for="ch" forName="quad1" refType="h" fact="0.39"/>
          <dgm:constr type="ctrX" for="ch" forName="quad1" refType="w" fact="0.29"/>
          <dgm:constr type="ctrY" for="ch" forName="quad1" refType="h" fact="0.29"/>
          <dgm:constr type="w" for="ch" forName="quad2" refType="w" fact="0.39"/>
          <dgm:constr type="h" for="ch" forName="quad2" refType="h" fact="0.39"/>
          <dgm:constr type="ctrX" for="ch" forName="quad2" refType="w" fact="0.71"/>
          <dgm:constr type="ctrY" for="ch" forName="quad2" refType="h" fact="0.29"/>
          <dgm:constr type="w" for="ch" forName="quad3" refType="w" fact="0.39"/>
          <dgm:constr type="h" for="ch" forName="quad3" refType="h" fact="0.39"/>
          <dgm:constr type="ctrX" for="ch" forName="quad3" refType="w" fact="0.29"/>
          <dgm:constr type="ctrY" for="ch" forName="quad3" refType="h" fact="0.71"/>
          <dgm:constr type="w" for="ch" forName="quad4" refType="w" fact="0.39"/>
          <dgm:constr type="h" for="ch" forName="quad4" refType="h" fact="0.39"/>
          <dgm:constr type="ctrX" for="ch" forName="quad4" refType="w" fact="0.71"/>
          <dgm:constr type="ctrY" for="ch" forName="quad4" refType="h" fact="0.71"/>
          <dgm:constr type="primFontSz" for="des" ptType="node" op="equ" val="65"/>
        </dgm:constrLst>
      </dgm:if>
      <dgm:else name="Name2">
        <dgm:constrLst>
          <dgm:constr type="w" for="ch" forName="diamond" refType="w"/>
          <dgm:constr type="h" for="ch" forName="diamond" refType="h"/>
          <dgm:constr type="w" for="ch" forName="quad1" refType="w" fact="0.39"/>
          <dgm:constr type="h" for="ch" forName="quad1" refType="h" fact="0.39"/>
          <dgm:constr type="ctrX" for="ch" forName="quad1" refType="w" fact="0.71"/>
          <dgm:constr type="ctrY" for="ch" forName="quad1" refType="h" fact="0.29"/>
          <dgm:constr type="w" for="ch" forName="quad2" refType="w" fact="0.39"/>
          <dgm:constr type="h" for="ch" forName="quad2" refType="h" fact="0.39"/>
          <dgm:constr type="ctrX" for="ch" forName="quad2" refType="w" fact="0.29"/>
          <dgm:constr type="ctrY" for="ch" forName="quad2" refType="h" fact="0.29"/>
          <dgm:constr type="w" for="ch" forName="quad3" refType="w" fact="0.39"/>
          <dgm:constr type="h" for="ch" forName="quad3" refType="h" fact="0.39"/>
          <dgm:constr type="ctrX" for="ch" forName="quad3" refType="w" fact="0.71"/>
          <dgm:constr type="ctrY" for="ch" forName="quad3" refType="h" fact="0.71"/>
          <dgm:constr type="w" for="ch" forName="quad4" refType="w" fact="0.39"/>
          <dgm:constr type="h" for="ch" forName="quad4" refType="h" fact="0.39"/>
          <dgm:constr type="ctrX" for="ch" forName="quad4" refType="w" fact="0.29"/>
          <dgm:constr type="ctrY" for="ch" forName="quad4" refType="h" fact="0.71"/>
          <dgm:constr type="primFontSz" for="des" ptType="node" op="equ" val="65"/>
        </dgm:constrLst>
      </dgm:else>
    </dgm:choose>
    <dgm:ruleLst/>
    <dgm:choose name="Name3">
      <dgm:if name="Name4" axis="ch" ptType="node" func="cnt" op="gte" val="1">
        <dgm:layoutNode name="diamond" styleLbl="bgShp">
          <dgm:alg type="sp"/>
          <dgm:shape xmlns:r="http://schemas.openxmlformats.org/officeDocument/2006/relationships" type="diamond" r:blip="">
            <dgm:adjLst/>
          </dgm:shape>
          <dgm:presOf/>
          <dgm:constrLst>
            <dgm:constr type="w" refType="h" op="equ"/>
          </dgm:constrLst>
          <dgm:ruleLst/>
        </dgm:layoutNode>
        <dgm:layoutNode name="quad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quad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w" refType="h" op="equ"/>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3.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94AB37D-7A75-3049-92EB-7745C0798F0B}" type="datetimeFigureOut">
              <a:rPr lang="en-US" smtClean="0"/>
              <a:t>9/16/25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C7D3AD-1CCE-4B48-AB17-8ED0483149A1}" type="slidenum">
              <a:rPr lang="en-US" smtClean="0"/>
              <a:t>‹#›</a:t>
            </a:fld>
            <a:endParaRPr lang="en-US"/>
          </a:p>
        </p:txBody>
      </p:sp>
    </p:spTree>
    <p:extLst>
      <p:ext uri="{BB962C8B-B14F-4D97-AF65-F5344CB8AC3E}">
        <p14:creationId xmlns:p14="http://schemas.microsoft.com/office/powerpoint/2010/main" val="2932417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“Welcome to Week 4: Advanced SQL and Transaction Management. Up to now we focused on writing queries; today we look at how database administrators extend SQL with functions, views, triggers, and constraints, and how we wrap everything in reliable transactions. These skills are critical for the midterm project because your designs must enforce data integrity and behave safely under concurrent load.”</a:t>
            </a:r>
            <a:endParaRPr lang="en-US" dirty="0"/>
          </a:p>
        </p:txBody>
      </p:sp>
      <p:sp>
        <p:nvSpPr>
          <p:cNvPr id="4" name="Slide Number Placeholder 3"/>
          <p:cNvSpPr>
            <a:spLocks noGrp="1"/>
          </p:cNvSpPr>
          <p:nvPr>
            <p:ph type="sldNum" sz="quarter" idx="5"/>
          </p:nvPr>
        </p:nvSpPr>
        <p:spPr/>
        <p:txBody>
          <a:bodyPr/>
          <a:lstStyle/>
          <a:p>
            <a:fld id="{4BC7D3AD-1CCE-4B48-AB17-8ED0483149A1}" type="slidenum">
              <a:rPr lang="en-US" smtClean="0"/>
              <a:t>1</a:t>
            </a:fld>
            <a:endParaRPr lang="en-US"/>
          </a:p>
        </p:txBody>
      </p:sp>
    </p:spTree>
    <p:extLst>
      <p:ext uri="{BB962C8B-B14F-4D97-AF65-F5344CB8AC3E}">
        <p14:creationId xmlns:p14="http://schemas.microsoft.com/office/powerpoint/2010/main" val="21214367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“Here’s the agenda. We’ll start with advanced SQL building blocks, plug them together with constraints and triggers, examine ACID transactions, and preview the hands-on lab. Keep the midterm proposal in mind—each concept maps to a deliverable in that assignment.”</a:t>
            </a:r>
            <a:endParaRPr lang="en-US" dirty="0"/>
          </a:p>
        </p:txBody>
      </p:sp>
      <p:sp>
        <p:nvSpPr>
          <p:cNvPr id="4" name="Slide Number Placeholder 3"/>
          <p:cNvSpPr>
            <a:spLocks noGrp="1"/>
          </p:cNvSpPr>
          <p:nvPr>
            <p:ph type="sldNum" sz="quarter" idx="5"/>
          </p:nvPr>
        </p:nvSpPr>
        <p:spPr/>
        <p:txBody>
          <a:bodyPr/>
          <a:lstStyle/>
          <a:p>
            <a:fld id="{4BC7D3AD-1CCE-4B48-AB17-8ED0483149A1}" type="slidenum">
              <a:rPr lang="en-US" smtClean="0"/>
              <a:t>2</a:t>
            </a:fld>
            <a:endParaRPr lang="en-US"/>
          </a:p>
        </p:txBody>
      </p:sp>
    </p:spTree>
    <p:extLst>
      <p:ext uri="{BB962C8B-B14F-4D97-AF65-F5344CB8AC3E}">
        <p14:creationId xmlns:p14="http://schemas.microsoft.com/office/powerpoint/2010/main" val="4268191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“Advanced SQL for administrators covers five pillars: server-side functions, views, triggers, constraints, and transactions. Functions let you package logic; views expose curated data; triggers react to changes; constraints guard data quality; transactions wrap everything so it either succeeds together or fails together. We’ll drill into each pillar next.”</a:t>
            </a:r>
          </a:p>
          <a:p>
            <a:r>
              <a:rPr lang="en-US" sz="1200" b="1" i="0" kern="1200" dirty="0">
                <a:solidFill>
                  <a:schemeClr val="tx1"/>
                </a:solidFill>
                <a:effectLst/>
                <a:latin typeface="+mn-lt"/>
                <a:ea typeface="+mn-ea"/>
                <a:cs typeface="+mn-cs"/>
              </a:rPr>
              <a:t>Background</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Stress that DBAs prefer declarative features (views/constraints) before procedural ones (triggers) because the optimizer understands them better.</a:t>
            </a:r>
          </a:p>
          <a:p>
            <a:endParaRPr lang="en-US" dirty="0"/>
          </a:p>
        </p:txBody>
      </p:sp>
      <p:sp>
        <p:nvSpPr>
          <p:cNvPr id="4" name="Slide Number Placeholder 3"/>
          <p:cNvSpPr>
            <a:spLocks noGrp="1"/>
          </p:cNvSpPr>
          <p:nvPr>
            <p:ph type="sldNum" sz="quarter" idx="5"/>
          </p:nvPr>
        </p:nvSpPr>
        <p:spPr/>
        <p:txBody>
          <a:bodyPr/>
          <a:lstStyle/>
          <a:p>
            <a:fld id="{4BC7D3AD-1CCE-4B48-AB17-8ED0483149A1}" type="slidenum">
              <a:rPr lang="en-US" smtClean="0"/>
              <a:t>3</a:t>
            </a:fld>
            <a:endParaRPr lang="en-US"/>
          </a:p>
        </p:txBody>
      </p:sp>
    </p:spTree>
    <p:extLst>
      <p:ext uri="{BB962C8B-B14F-4D97-AF65-F5344CB8AC3E}">
        <p14:creationId xmlns:p14="http://schemas.microsoft.com/office/powerpoint/2010/main" val="29674624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“PostgreSQL can run custom code right in the database. The simplest approach is a SQL function—a single SELECT expression. When we need flow control or variables we switch to PL/</a:t>
            </a:r>
            <a:r>
              <a:rPr lang="en-US" sz="1200" b="0" i="0" kern="1200" dirty="0" err="1">
                <a:solidFill>
                  <a:schemeClr val="tx1"/>
                </a:solidFill>
                <a:effectLst/>
                <a:latin typeface="+mn-lt"/>
                <a:ea typeface="+mn-ea"/>
                <a:cs typeface="+mn-cs"/>
              </a:rPr>
              <a:t>pgSQL</a:t>
            </a:r>
            <a:r>
              <a:rPr lang="en-US" sz="1200" b="0" i="0" kern="1200" dirty="0">
                <a:solidFill>
                  <a:schemeClr val="tx1"/>
                </a:solidFill>
                <a:effectLst/>
                <a:latin typeface="+mn-lt"/>
                <a:ea typeface="+mn-ea"/>
                <a:cs typeface="+mn-cs"/>
              </a:rPr>
              <a:t>, the built-in procedural language. Every function declares its volatility—IMMUTABLE means it always returns the same output for the same input, STABLE allows reads but no writes, and VOLATILE can do anything. That metadata helps the query planner cache results correctly. Functions also define security: by default they execute with the caller’s permissions (SECURITY INVOKER), but SECURITY DEFINER elevates to the owner’s role for maintenance tasks. Use definer functions sparingly and document them.”</a:t>
            </a:r>
            <a:endParaRPr lang="en-US" dirty="0"/>
          </a:p>
        </p:txBody>
      </p:sp>
      <p:sp>
        <p:nvSpPr>
          <p:cNvPr id="4" name="Slide Number Placeholder 3"/>
          <p:cNvSpPr>
            <a:spLocks noGrp="1"/>
          </p:cNvSpPr>
          <p:nvPr>
            <p:ph type="sldNum" sz="quarter" idx="5"/>
          </p:nvPr>
        </p:nvSpPr>
        <p:spPr/>
        <p:txBody>
          <a:bodyPr/>
          <a:lstStyle/>
          <a:p>
            <a:fld id="{4BC7D3AD-1CCE-4B48-AB17-8ED0483149A1}" type="slidenum">
              <a:rPr lang="en-US" smtClean="0"/>
              <a:t>4</a:t>
            </a:fld>
            <a:endParaRPr lang="en-US"/>
          </a:p>
        </p:txBody>
      </p:sp>
    </p:spTree>
    <p:extLst>
      <p:ext uri="{BB962C8B-B14F-4D97-AF65-F5344CB8AC3E}">
        <p14:creationId xmlns:p14="http://schemas.microsoft.com/office/powerpoint/2010/main" val="776495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28649" y="1093788"/>
            <a:ext cx="7879841" cy="2967208"/>
          </a:xfrm>
        </p:spPr>
        <p:txBody>
          <a:bodyPr>
            <a:normAutofit/>
          </a:bodyPr>
          <a:lstStyle/>
          <a:p>
            <a:pPr algn="l">
              <a:lnSpc>
                <a:spcPct val="90000"/>
              </a:lnSpc>
            </a:pPr>
            <a:r>
              <a:rPr lang="en-US" sz="6500"/>
              <a:t>Week 4 — Advanced SQL &amp; Transaction Management</a:t>
            </a:r>
          </a:p>
        </p:txBody>
      </p:sp>
      <p:sp>
        <p:nvSpPr>
          <p:cNvPr id="3" name="Subtitle 2"/>
          <p:cNvSpPr>
            <a:spLocks noGrp="1"/>
          </p:cNvSpPr>
          <p:nvPr>
            <p:ph type="subTitle" idx="1"/>
          </p:nvPr>
        </p:nvSpPr>
        <p:spPr>
          <a:xfrm>
            <a:off x="5550693" y="4619624"/>
            <a:ext cx="2960084" cy="1038225"/>
          </a:xfrm>
        </p:spPr>
        <p:txBody>
          <a:bodyPr>
            <a:normAutofit/>
          </a:bodyPr>
          <a:lstStyle/>
          <a:p>
            <a:pPr algn="r">
              <a:lnSpc>
                <a:spcPct val="90000"/>
              </a:lnSpc>
              <a:defRPr sz="2000">
                <a:solidFill>
                  <a:srgbClr val="222222"/>
                </a:solidFill>
              </a:defRPr>
            </a:pPr>
            <a:r>
              <a:rPr lang="en-US" sz="1600"/>
              <a:t>CST4714 Database Administration</a:t>
            </a:r>
          </a:p>
          <a:p>
            <a:pPr algn="r">
              <a:lnSpc>
                <a:spcPct val="90000"/>
              </a:lnSpc>
              <a:defRPr sz="2000">
                <a:solidFill>
                  <a:srgbClr val="222222"/>
                </a:solidFill>
              </a:defRPr>
            </a:pPr>
            <a:r>
              <a:rPr lang="en-US" sz="1600"/>
              <a:t>Functions, views, triggers, constraints, and ACID guarantees</a:t>
            </a:r>
          </a:p>
        </p:txBody>
      </p:sp>
      <p:sp>
        <p:nvSpPr>
          <p:cNvPr id="21" name="Rectangle 2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0936" y="4331166"/>
            <a:ext cx="787984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2" name="Rectangle 21">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003304" y="2842186"/>
            <a:ext cx="54864" cy="296008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r>
              <a:rPr lang="en-US" sz="4700"/>
              <a:t>Agenda</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4D723F06-589B-84ED-03CB-9DD4A5F11A4B}"/>
              </a:ext>
            </a:extLst>
          </p:cNvPr>
          <p:cNvGraphicFramePr>
            <a:graphicFrameLocks noGrp="1"/>
          </p:cNvGraphicFramePr>
          <p:nvPr>
            <p:ph idx="1"/>
            <p:extLst>
              <p:ext uri="{D42A27DB-BD31-4B8C-83A1-F6EECF244321}">
                <p14:modId xmlns:p14="http://schemas.microsoft.com/office/powerpoint/2010/main" val="3091138815"/>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r>
              <a:rPr lang="en-US" sz="4300"/>
              <a:t>Advanced SQL Building Blocks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5B2D5729-1B00-3F03-2379-CAD43A70D7D6}"/>
              </a:ext>
            </a:extLst>
          </p:cNvPr>
          <p:cNvGraphicFramePr>
            <a:graphicFrameLocks noGrp="1"/>
          </p:cNvGraphicFramePr>
          <p:nvPr>
            <p:ph idx="1"/>
            <p:extLst>
              <p:ext uri="{D42A27DB-BD31-4B8C-83A1-F6EECF244321}">
                <p14:modId xmlns:p14="http://schemas.microsoft.com/office/powerpoint/2010/main" val="1533955914"/>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200" dirty="0"/>
              <a:t>User-Defined Functions Overview</a:t>
            </a:r>
          </a:p>
          <a:p>
            <a:pPr>
              <a:lnSpc>
                <a:spcPct val="90000"/>
              </a:lnSpc>
            </a:pPr>
            <a:endParaRPr lang="en-US" sz="1200" dirty="0"/>
          </a:p>
          <a:p>
            <a:pPr algn="l">
              <a:lnSpc>
                <a:spcPct val="90000"/>
              </a:lnSpc>
              <a:defRPr sz="1400">
                <a:latin typeface="Courier New"/>
              </a:defRPr>
            </a:pPr>
            <a:r>
              <a:rPr lang="en-US" sz="1200" dirty="0"/>
              <a:t>-- SQL vs PL/</a:t>
            </a:r>
            <a:r>
              <a:rPr lang="en-US" sz="1200" dirty="0" err="1"/>
              <a:t>pgSQL</a:t>
            </a:r>
            <a:r>
              <a:rPr lang="en-US" sz="1200" dirty="0"/>
              <a:t> function creation</a:t>
            </a:r>
            <a:br>
              <a:rPr lang="en-US" sz="1200" dirty="0"/>
            </a:br>
            <a:r>
              <a:rPr lang="en-US" sz="1200" dirty="0"/>
              <a:t>CREATE FUNCTION </a:t>
            </a:r>
            <a:r>
              <a:rPr lang="en-US" sz="1200" dirty="0" err="1"/>
              <a:t>util.add_tax</a:t>
            </a:r>
            <a:r>
              <a:rPr lang="en-US" sz="1200" dirty="0"/>
              <a:t>(amount numeric)</a:t>
            </a:r>
            <a:br>
              <a:rPr lang="en-US" sz="1200" dirty="0"/>
            </a:br>
            <a:r>
              <a:rPr lang="en-US" sz="1200" dirty="0"/>
              <a:t>RETURNS numeric LANGUAGE </a:t>
            </a:r>
            <a:r>
              <a:rPr lang="en-US" sz="1200" dirty="0" err="1"/>
              <a:t>sql</a:t>
            </a:r>
            <a:r>
              <a:rPr lang="en-US" sz="1200" dirty="0"/>
              <a:t> AS</a:t>
            </a:r>
            <a:br>
              <a:rPr lang="en-US" sz="1200" dirty="0"/>
            </a:br>
            <a:r>
              <a:rPr lang="en-US" sz="1200" dirty="0"/>
              <a:t>$$ SELECT amount * 1.08875; $$;</a:t>
            </a:r>
            <a:br>
              <a:rPr lang="en-US" sz="1200" dirty="0"/>
            </a:br>
            <a:br>
              <a:rPr lang="en-US" sz="1200" dirty="0"/>
            </a:br>
            <a:r>
              <a:rPr lang="en-US" sz="1200" dirty="0"/>
              <a:t>CREATE OR REPLACE FUNCTION </a:t>
            </a:r>
            <a:r>
              <a:rPr lang="en-US" sz="1200" dirty="0" err="1"/>
              <a:t>audit.log_change</a:t>
            </a:r>
            <a:r>
              <a:rPr lang="en-US" sz="1200" dirty="0"/>
              <a:t>()</a:t>
            </a:r>
            <a:br>
              <a:rPr lang="en-US" sz="1200" dirty="0"/>
            </a:br>
            <a:r>
              <a:rPr lang="en-US" sz="1200" dirty="0"/>
              <a:t>RETURNS trigger LANGUAGE </a:t>
            </a:r>
            <a:r>
              <a:rPr lang="en-US" sz="1200" dirty="0" err="1"/>
              <a:t>plpgsql</a:t>
            </a:r>
            <a:r>
              <a:rPr lang="en-US" sz="1200" dirty="0"/>
              <a:t> AS $$</a:t>
            </a:r>
            <a:br>
              <a:rPr lang="en-US" sz="1200" dirty="0"/>
            </a:br>
            <a:r>
              <a:rPr lang="en-US" sz="1200" dirty="0"/>
              <a:t>BEGIN</a:t>
            </a:r>
            <a:br>
              <a:rPr lang="en-US" sz="1200" dirty="0"/>
            </a:br>
            <a:r>
              <a:rPr lang="en-US" sz="1200" dirty="0"/>
              <a:t>  INSERT INTO </a:t>
            </a:r>
            <a:r>
              <a:rPr lang="en-US" sz="1200" dirty="0" err="1"/>
              <a:t>audit.log</a:t>
            </a:r>
            <a:r>
              <a:rPr lang="en-US" sz="1200" dirty="0"/>
              <a:t>(</a:t>
            </a:r>
            <a:r>
              <a:rPr lang="en-US" sz="1200" dirty="0" err="1"/>
              <a:t>table_name</a:t>
            </a:r>
            <a:r>
              <a:rPr lang="en-US" sz="1200" dirty="0"/>
              <a:t>, payload)</a:t>
            </a:r>
            <a:br>
              <a:rPr lang="en-US" sz="1200" dirty="0"/>
            </a:br>
            <a:r>
              <a:rPr lang="en-US" sz="1200" dirty="0"/>
              <a:t>  VALUES (TG_TABLE_NAME, </a:t>
            </a:r>
            <a:r>
              <a:rPr lang="en-US" sz="1200" dirty="0" err="1"/>
              <a:t>row_to_json</a:t>
            </a:r>
            <a:r>
              <a:rPr lang="en-US" sz="1200" dirty="0"/>
              <a:t>(NEW));</a:t>
            </a:r>
            <a:br>
              <a:rPr lang="en-US" sz="1200" dirty="0"/>
            </a:br>
            <a:r>
              <a:rPr lang="en-US" sz="1200" dirty="0"/>
              <a:t>  RETURN NEW;</a:t>
            </a:r>
            <a:br>
              <a:rPr lang="en-US" sz="1200" dirty="0"/>
            </a:br>
            <a:r>
              <a:rPr lang="en-US" sz="1200" dirty="0"/>
              <a:t>END;</a:t>
            </a:r>
            <a:br>
              <a:rPr lang="en-US" sz="1200" dirty="0"/>
            </a:br>
            <a:r>
              <a:rPr lang="en-US" sz="1200" dirty="0"/>
              <a:t>$$;</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3C974AD6-307C-2116-6933-494F6A126342}"/>
              </a:ext>
            </a:extLst>
          </p:cNvPr>
          <p:cNvGraphicFramePr>
            <a:graphicFrameLocks noGrp="1"/>
          </p:cNvGraphicFramePr>
          <p:nvPr>
            <p:ph idx="1"/>
            <p:extLst>
              <p:ext uri="{D42A27DB-BD31-4B8C-83A1-F6EECF244321}">
                <p14:modId xmlns:p14="http://schemas.microsoft.com/office/powerpoint/2010/main" val="493129501"/>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400" dirty="0"/>
              <a:t>Creating PL/</a:t>
            </a:r>
            <a:r>
              <a:rPr lang="en-US" sz="1400" dirty="0" err="1"/>
              <a:t>pgSQL</a:t>
            </a:r>
            <a:r>
              <a:rPr lang="en-US" sz="1400" dirty="0"/>
              <a:t> Functions</a:t>
            </a:r>
          </a:p>
          <a:p>
            <a:pPr>
              <a:lnSpc>
                <a:spcPct val="90000"/>
              </a:lnSpc>
            </a:pPr>
            <a:endParaRPr lang="en-US" sz="1400" dirty="0"/>
          </a:p>
          <a:p>
            <a:pPr algn="l">
              <a:lnSpc>
                <a:spcPct val="90000"/>
              </a:lnSpc>
              <a:defRPr sz="1400">
                <a:latin typeface="Courier New"/>
              </a:defRPr>
            </a:pPr>
            <a:r>
              <a:rPr lang="en-US" sz="1400" dirty="0"/>
              <a:t>CREATE OR REPLACE FUNCTION </a:t>
            </a:r>
            <a:r>
              <a:rPr lang="en-US" sz="1400" dirty="0" err="1"/>
              <a:t>finance.apply_discount</a:t>
            </a:r>
            <a:r>
              <a:rPr lang="en-US" sz="1400" dirty="0"/>
              <a:t>(</a:t>
            </a:r>
            <a:br>
              <a:rPr lang="en-US" sz="1400" dirty="0"/>
            </a:br>
            <a:r>
              <a:rPr lang="en-US" sz="1400" dirty="0"/>
              <a:t>    </a:t>
            </a:r>
            <a:r>
              <a:rPr lang="en-US" sz="1400" dirty="0" err="1"/>
              <a:t>order_id</a:t>
            </a:r>
            <a:r>
              <a:rPr lang="en-US" sz="1400" dirty="0"/>
              <a:t> </a:t>
            </a:r>
            <a:r>
              <a:rPr lang="en-US" sz="1400" dirty="0" err="1"/>
              <a:t>uuid</a:t>
            </a:r>
            <a:r>
              <a:rPr lang="en-US" sz="1400" dirty="0"/>
              <a:t>,</a:t>
            </a:r>
            <a:br>
              <a:rPr lang="en-US" sz="1400" dirty="0"/>
            </a:br>
            <a:r>
              <a:rPr lang="en-US" sz="1400" dirty="0"/>
              <a:t>    pct numeric</a:t>
            </a:r>
            <a:br>
              <a:rPr lang="en-US" sz="1400" dirty="0"/>
            </a:br>
            <a:r>
              <a:rPr lang="en-US" sz="1400" dirty="0"/>
              <a:t>) RETURNS VOID</a:t>
            </a:r>
            <a:br>
              <a:rPr lang="en-US" sz="1400" dirty="0"/>
            </a:br>
            <a:r>
              <a:rPr lang="en-US" sz="1400" dirty="0"/>
              <a:t>LANGUAGE </a:t>
            </a:r>
            <a:r>
              <a:rPr lang="en-US" sz="1400" dirty="0" err="1"/>
              <a:t>plpgsql</a:t>
            </a:r>
            <a:br>
              <a:rPr lang="en-US" sz="1400" dirty="0"/>
            </a:br>
            <a:r>
              <a:rPr lang="en-US" sz="1400" dirty="0"/>
              <a:t>AS $$</a:t>
            </a:r>
            <a:br>
              <a:rPr lang="en-US" sz="1400" dirty="0"/>
            </a:br>
            <a:r>
              <a:rPr lang="en-US" sz="1400" dirty="0"/>
              <a:t>BEGIN</a:t>
            </a:r>
            <a:br>
              <a:rPr lang="en-US" sz="1400" dirty="0"/>
            </a:br>
            <a:r>
              <a:rPr lang="en-US" sz="1400" dirty="0"/>
              <a:t>  UPDATE orders</a:t>
            </a:r>
            <a:br>
              <a:rPr lang="en-US" sz="1400" dirty="0"/>
            </a:br>
            <a:r>
              <a:rPr lang="en-US" sz="1400" dirty="0"/>
              <a:t>     SET </a:t>
            </a:r>
            <a:r>
              <a:rPr lang="en-US" sz="1400" dirty="0" err="1"/>
              <a:t>order_total</a:t>
            </a:r>
            <a:r>
              <a:rPr lang="en-US" sz="1400" dirty="0"/>
              <a:t> = </a:t>
            </a:r>
            <a:r>
              <a:rPr lang="en-US" sz="1400" dirty="0" err="1"/>
              <a:t>order_total</a:t>
            </a:r>
            <a:r>
              <a:rPr lang="en-US" sz="1400" dirty="0"/>
              <a:t> * (1 - pct)</a:t>
            </a:r>
            <a:br>
              <a:rPr lang="en-US" sz="1400" dirty="0"/>
            </a:br>
            <a:r>
              <a:rPr lang="en-US" sz="1400" dirty="0"/>
              <a:t>   WHERE id = </a:t>
            </a:r>
            <a:r>
              <a:rPr lang="en-US" sz="1400" dirty="0" err="1"/>
              <a:t>order_id</a:t>
            </a:r>
            <a:r>
              <a:rPr lang="en-US" sz="1400" dirty="0"/>
              <a:t>;</a:t>
            </a:r>
            <a:br>
              <a:rPr lang="en-US" sz="1400" dirty="0"/>
            </a:br>
            <a:r>
              <a:rPr lang="en-US" sz="1400" dirty="0"/>
              <a:t>  PERFORM </a:t>
            </a:r>
            <a:r>
              <a:rPr lang="en-US" sz="1400" dirty="0" err="1"/>
              <a:t>pg_notify</a:t>
            </a:r>
            <a:r>
              <a:rPr lang="en-US" sz="1400" dirty="0"/>
              <a:t>('pricing', </a:t>
            </a:r>
            <a:r>
              <a:rPr lang="en-US" sz="1400" dirty="0" err="1"/>
              <a:t>order_id</a:t>
            </a:r>
            <a:r>
              <a:rPr lang="en-US" sz="1400" dirty="0"/>
              <a:t>::text);</a:t>
            </a:r>
            <a:br>
              <a:rPr lang="en-US" sz="1400" dirty="0"/>
            </a:br>
            <a:r>
              <a:rPr lang="en-US" sz="1400" dirty="0"/>
              <a:t>END;</a:t>
            </a:r>
            <a:br>
              <a:rPr lang="en-US" sz="1400" dirty="0"/>
            </a:br>
            <a:r>
              <a:rPr lang="en-US" sz="1400" dirty="0"/>
              <a:t>$$;</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EF6A4F8D-492D-E19D-C3BC-FC48FDEA4754}"/>
              </a:ext>
            </a:extLst>
          </p:cNvPr>
          <p:cNvGraphicFramePr>
            <a:graphicFrameLocks noGrp="1"/>
          </p:cNvGraphicFramePr>
          <p:nvPr>
            <p:ph idx="1"/>
            <p:extLst>
              <p:ext uri="{D42A27DB-BD31-4B8C-83A1-F6EECF244321}">
                <p14:modId xmlns:p14="http://schemas.microsoft.com/office/powerpoint/2010/main" val="4275273408"/>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200" dirty="0"/>
              <a:t>Views &amp; Materialized Views</a:t>
            </a:r>
          </a:p>
          <a:p>
            <a:pPr>
              <a:lnSpc>
                <a:spcPct val="90000"/>
              </a:lnSpc>
            </a:pPr>
            <a:endParaRPr lang="en-US" sz="1200" dirty="0"/>
          </a:p>
          <a:p>
            <a:pPr algn="l">
              <a:lnSpc>
                <a:spcPct val="90000"/>
              </a:lnSpc>
              <a:defRPr sz="1400">
                <a:latin typeface="Courier New"/>
              </a:defRPr>
            </a:pPr>
            <a:r>
              <a:rPr lang="en-US" sz="1200" dirty="0"/>
              <a:t>CREATE VIEW </a:t>
            </a:r>
            <a:r>
              <a:rPr lang="en-US" sz="1200" dirty="0" err="1"/>
              <a:t>reporting.active_customers</a:t>
            </a:r>
            <a:r>
              <a:rPr lang="en-US" sz="1200" dirty="0"/>
              <a:t> AS</a:t>
            </a:r>
            <a:br>
              <a:rPr lang="en-US" sz="1200" dirty="0"/>
            </a:br>
            <a:r>
              <a:rPr lang="en-US" sz="1200" dirty="0"/>
              <a:t>SELECT id, </a:t>
            </a:r>
            <a:r>
              <a:rPr lang="en-US" sz="1200" dirty="0" err="1"/>
              <a:t>full_name</a:t>
            </a:r>
            <a:r>
              <a:rPr lang="en-US" sz="1200" dirty="0"/>
              <a:t>, email</a:t>
            </a:r>
            <a:br>
              <a:rPr lang="en-US" sz="1200" dirty="0"/>
            </a:br>
            <a:r>
              <a:rPr lang="en-US" sz="1200" dirty="0"/>
              <a:t>  FROM customers</a:t>
            </a:r>
            <a:br>
              <a:rPr lang="en-US" sz="1200" dirty="0"/>
            </a:br>
            <a:r>
              <a:rPr lang="en-US" sz="1200" dirty="0"/>
              <a:t> WHERE status = 'active';</a:t>
            </a:r>
            <a:br>
              <a:rPr lang="en-US" sz="1200" dirty="0"/>
            </a:br>
            <a:br>
              <a:rPr lang="en-US" sz="1200" dirty="0"/>
            </a:br>
            <a:r>
              <a:rPr lang="en-US" sz="1200" dirty="0"/>
              <a:t>grant select ON </a:t>
            </a:r>
            <a:r>
              <a:rPr lang="en-US" sz="1200" dirty="0" err="1"/>
              <a:t>reporting.active_customers</a:t>
            </a:r>
            <a:r>
              <a:rPr lang="en-US" sz="1200" dirty="0"/>
              <a:t> TO analyst;</a:t>
            </a:r>
            <a:br>
              <a:rPr lang="en-US" sz="1200" dirty="0"/>
            </a:br>
            <a:br>
              <a:rPr lang="en-US" sz="1200" dirty="0"/>
            </a:br>
            <a:r>
              <a:rPr lang="en-US" sz="1200" dirty="0"/>
              <a:t>CREATE MATERIALIZED VIEW </a:t>
            </a:r>
            <a:r>
              <a:rPr lang="en-US" sz="1200" dirty="0" err="1"/>
              <a:t>reporting.monthly_sales</a:t>
            </a:r>
            <a:r>
              <a:rPr lang="en-US" sz="1200" dirty="0"/>
              <a:t> AS</a:t>
            </a:r>
            <a:br>
              <a:rPr lang="en-US" sz="1200" dirty="0"/>
            </a:br>
            <a:r>
              <a:rPr lang="en-US" sz="1200" dirty="0"/>
              <a:t>SELECT </a:t>
            </a:r>
            <a:r>
              <a:rPr lang="en-US" sz="1200" dirty="0" err="1"/>
              <a:t>date_trunc</a:t>
            </a:r>
            <a:r>
              <a:rPr lang="en-US" sz="1200" dirty="0"/>
              <a:t>('month', </a:t>
            </a:r>
            <a:r>
              <a:rPr lang="en-US" sz="1200" dirty="0" err="1"/>
              <a:t>created_at</a:t>
            </a:r>
            <a:r>
              <a:rPr lang="en-US" sz="1200" dirty="0"/>
              <a:t>) AS month,</a:t>
            </a:r>
            <a:br>
              <a:rPr lang="en-US" sz="1200" dirty="0"/>
            </a:br>
            <a:r>
              <a:rPr lang="en-US" sz="1200" dirty="0"/>
              <a:t>       SUM(</a:t>
            </a:r>
            <a:r>
              <a:rPr lang="en-US" sz="1200" dirty="0" err="1"/>
              <a:t>order_total</a:t>
            </a:r>
            <a:r>
              <a:rPr lang="en-US" sz="1200" dirty="0"/>
              <a:t>) AS revenue</a:t>
            </a:r>
            <a:br>
              <a:rPr lang="en-US" sz="1200" dirty="0"/>
            </a:br>
            <a:r>
              <a:rPr lang="en-US" sz="1200" dirty="0"/>
              <a:t>  FROM orders</a:t>
            </a:r>
            <a:br>
              <a:rPr lang="en-US" sz="1200" dirty="0"/>
            </a:br>
            <a:r>
              <a:rPr lang="en-US" sz="1200" dirty="0"/>
              <a:t> GROUP BY 1;</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AFC0E7E1-3983-AD5F-C7AA-74AFE446ACD3}"/>
              </a:ext>
            </a:extLst>
          </p:cNvPr>
          <p:cNvGraphicFramePr>
            <a:graphicFrameLocks noGrp="1"/>
          </p:cNvGraphicFramePr>
          <p:nvPr>
            <p:ph idx="1"/>
            <p:extLst>
              <p:ext uri="{D42A27DB-BD31-4B8C-83A1-F6EECF244321}">
                <p14:modId xmlns:p14="http://schemas.microsoft.com/office/powerpoint/2010/main" val="1796173426"/>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200" dirty="0"/>
              <a:t>Designing Robust Views</a:t>
            </a:r>
          </a:p>
          <a:p>
            <a:pPr>
              <a:lnSpc>
                <a:spcPct val="90000"/>
              </a:lnSpc>
            </a:pPr>
            <a:endParaRPr lang="en-US" sz="1200" dirty="0"/>
          </a:p>
          <a:p>
            <a:pPr algn="l">
              <a:lnSpc>
                <a:spcPct val="90000"/>
              </a:lnSpc>
              <a:defRPr sz="1400">
                <a:latin typeface="Courier New"/>
              </a:defRPr>
            </a:pPr>
            <a:r>
              <a:rPr lang="en-US" sz="1200" dirty="0"/>
              <a:t>CREATE VIEW </a:t>
            </a:r>
            <a:r>
              <a:rPr lang="en-US" sz="1200" dirty="0" err="1"/>
              <a:t>sales.premium_orders</a:t>
            </a:r>
            <a:r>
              <a:rPr lang="en-US" sz="1200" dirty="0"/>
              <a:t> AS</a:t>
            </a:r>
            <a:br>
              <a:rPr lang="en-US" sz="1200" dirty="0"/>
            </a:br>
            <a:r>
              <a:rPr lang="en-US" sz="1200" dirty="0"/>
              <a:t>SELECT * FROM orders WHERE </a:t>
            </a:r>
            <a:r>
              <a:rPr lang="en-US" sz="1200" dirty="0" err="1"/>
              <a:t>order_total</a:t>
            </a:r>
            <a:r>
              <a:rPr lang="en-US" sz="1200" dirty="0"/>
              <a:t> &gt; 500</a:t>
            </a:r>
            <a:br>
              <a:rPr lang="en-US" sz="1200" dirty="0"/>
            </a:br>
            <a:r>
              <a:rPr lang="en-US" sz="1200" dirty="0"/>
              <a:t>WITH CHECK OPTION;</a:t>
            </a:r>
            <a:br>
              <a:rPr lang="en-US" sz="1200" dirty="0"/>
            </a:br>
            <a:br>
              <a:rPr lang="en-US" sz="1200" dirty="0"/>
            </a:br>
            <a:r>
              <a:rPr lang="en-US" sz="1200" dirty="0"/>
              <a:t>ALTER VIEW </a:t>
            </a:r>
            <a:r>
              <a:rPr lang="en-US" sz="1200" dirty="0" err="1"/>
              <a:t>sales.premium_orders</a:t>
            </a:r>
            <a:r>
              <a:rPr lang="en-US" sz="1200" dirty="0"/>
              <a:t> SET (</a:t>
            </a:r>
            <a:r>
              <a:rPr lang="en-US" sz="1200" dirty="0" err="1"/>
              <a:t>security_barrier</a:t>
            </a:r>
            <a:r>
              <a:rPr lang="en-US" sz="1200" dirty="0"/>
              <a:t> = true);</a:t>
            </a:r>
          </a:p>
        </p:txBody>
      </p:sp>
      <p:sp>
        <p:nvSpPr>
          <p:cNvPr id="14"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2">
            <a:extLst>
              <a:ext uri="{FF2B5EF4-FFF2-40B4-BE49-F238E27FC236}">
                <a16:creationId xmlns:a16="http://schemas.microsoft.com/office/drawing/2014/main" id="{A3C124BA-9151-EB41-7208-0970DBDAB1A6}"/>
              </a:ext>
            </a:extLst>
          </p:cNvPr>
          <p:cNvGraphicFramePr>
            <a:graphicFrameLocks noGrp="1"/>
          </p:cNvGraphicFramePr>
          <p:nvPr>
            <p:ph idx="1"/>
            <p:extLst>
              <p:ext uri="{D42A27DB-BD31-4B8C-83A1-F6EECF244321}">
                <p14:modId xmlns:p14="http://schemas.microsoft.com/office/powerpoint/2010/main" val="54307133"/>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500" dirty="0"/>
              <a:t>Constraint Toolbox</a:t>
            </a:r>
          </a:p>
          <a:p>
            <a:pPr>
              <a:lnSpc>
                <a:spcPct val="90000"/>
              </a:lnSpc>
            </a:pPr>
            <a:endParaRPr lang="en-US" sz="1500" dirty="0"/>
          </a:p>
          <a:p>
            <a:pPr algn="l">
              <a:lnSpc>
                <a:spcPct val="90000"/>
              </a:lnSpc>
              <a:defRPr sz="1400">
                <a:latin typeface="Courier New"/>
              </a:defRPr>
            </a:pPr>
            <a:r>
              <a:rPr lang="en-US" sz="1500" dirty="0"/>
              <a:t>CREATE TABLE reservations (</a:t>
            </a:r>
            <a:br>
              <a:rPr lang="en-US" sz="1500" dirty="0"/>
            </a:br>
            <a:r>
              <a:rPr lang="en-US" sz="1500" dirty="0"/>
              <a:t>    id serial PRIMARY KEY,</a:t>
            </a:r>
            <a:br>
              <a:rPr lang="en-US" sz="1500" dirty="0"/>
            </a:br>
            <a:r>
              <a:rPr lang="en-US" sz="1500" dirty="0"/>
              <a:t>    </a:t>
            </a:r>
            <a:r>
              <a:rPr lang="en-US" sz="1500" dirty="0" err="1"/>
              <a:t>room_id</a:t>
            </a:r>
            <a:r>
              <a:rPr lang="en-US" sz="1500" dirty="0"/>
              <a:t> int NOT NULL,</a:t>
            </a:r>
            <a:br>
              <a:rPr lang="en-US" sz="1500" dirty="0"/>
            </a:br>
            <a:r>
              <a:rPr lang="en-US" sz="1500" dirty="0"/>
              <a:t>    </a:t>
            </a:r>
            <a:r>
              <a:rPr lang="en-US" sz="1500" dirty="0" err="1"/>
              <a:t>starts_at</a:t>
            </a:r>
            <a:r>
              <a:rPr lang="en-US" sz="1500" dirty="0"/>
              <a:t> </a:t>
            </a:r>
            <a:r>
              <a:rPr lang="en-US" sz="1500" dirty="0" err="1"/>
              <a:t>tstzrange</a:t>
            </a:r>
            <a:r>
              <a:rPr lang="en-US" sz="1500" dirty="0"/>
              <a:t> NOT NULL,</a:t>
            </a:r>
            <a:br>
              <a:rPr lang="en-US" sz="1500" dirty="0"/>
            </a:br>
            <a:r>
              <a:rPr lang="en-US" sz="1500" dirty="0"/>
              <a:t>    CONSTRAINT </a:t>
            </a:r>
            <a:r>
              <a:rPr lang="en-US" sz="1500" dirty="0" err="1"/>
              <a:t>no_overlap</a:t>
            </a:r>
            <a:br>
              <a:rPr lang="en-US" sz="1500" dirty="0"/>
            </a:br>
            <a:r>
              <a:rPr lang="en-US" sz="1500" dirty="0"/>
              <a:t>      EXCLUDE USING gist (</a:t>
            </a:r>
            <a:r>
              <a:rPr lang="en-US" sz="1500" dirty="0" err="1"/>
              <a:t>room_id</a:t>
            </a:r>
            <a:r>
              <a:rPr lang="en-US" sz="1500" dirty="0"/>
              <a:t> WITH =, </a:t>
            </a:r>
            <a:r>
              <a:rPr lang="en-US" sz="1500" dirty="0" err="1"/>
              <a:t>starts_at</a:t>
            </a:r>
            <a:r>
              <a:rPr lang="en-US" sz="1500" dirty="0"/>
              <a:t> WITH &amp;&amp;)</a:t>
            </a:r>
            <a:br>
              <a:rPr lang="en-US" sz="1500" dirty="0"/>
            </a:br>
            <a:r>
              <a:rPr lang="en-US" sz="1500" dirty="0"/>
              <a:t>);</a:t>
            </a:r>
            <a:br>
              <a:rPr lang="en-US" sz="1500" dirty="0"/>
            </a:br>
            <a:br>
              <a:rPr lang="en-US" sz="1500" dirty="0"/>
            </a:br>
            <a:r>
              <a:rPr lang="en-US" sz="1500" dirty="0"/>
              <a:t>ALTER TABLE bookings</a:t>
            </a:r>
            <a:br>
              <a:rPr lang="en-US" sz="1500" dirty="0"/>
            </a:br>
            <a:r>
              <a:rPr lang="en-US" sz="1500" dirty="0"/>
              <a:t>  ADD CONSTRAINT </a:t>
            </a:r>
            <a:r>
              <a:rPr lang="en-US" sz="1500" dirty="0" err="1"/>
              <a:t>price_positive</a:t>
            </a:r>
            <a:r>
              <a:rPr lang="en-US" sz="1500" dirty="0"/>
              <a:t> CHECK (total &gt;= 0);</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B5BBD3D0-45A8-63AC-9F52-DDF685C0E216}"/>
              </a:ext>
            </a:extLst>
          </p:cNvPr>
          <p:cNvGraphicFramePr>
            <a:graphicFrameLocks noGrp="1"/>
          </p:cNvGraphicFramePr>
          <p:nvPr>
            <p:ph idx="1"/>
            <p:extLst>
              <p:ext uri="{D42A27DB-BD31-4B8C-83A1-F6EECF244321}">
                <p14:modId xmlns:p14="http://schemas.microsoft.com/office/powerpoint/2010/main" val="2605942721"/>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500" dirty="0"/>
              <a:t>Advanced Constraint Management</a:t>
            </a:r>
          </a:p>
          <a:p>
            <a:pPr>
              <a:lnSpc>
                <a:spcPct val="90000"/>
              </a:lnSpc>
            </a:pPr>
            <a:endParaRPr lang="en-US" sz="1500" dirty="0"/>
          </a:p>
          <a:p>
            <a:pPr algn="l">
              <a:lnSpc>
                <a:spcPct val="90000"/>
              </a:lnSpc>
              <a:defRPr sz="1400">
                <a:latin typeface="Courier New"/>
              </a:defRPr>
            </a:pPr>
            <a:r>
              <a:rPr lang="en-US" sz="1500" dirty="0"/>
              <a:t>ALTER TABLE orders</a:t>
            </a:r>
            <a:br>
              <a:rPr lang="en-US" sz="1500" dirty="0"/>
            </a:br>
            <a:r>
              <a:rPr lang="en-US" sz="1500" dirty="0"/>
              <a:t>  ADD CONSTRAINT </a:t>
            </a:r>
            <a:r>
              <a:rPr lang="en-US" sz="1500" dirty="0" err="1"/>
              <a:t>fk_customer</a:t>
            </a:r>
            <a:br>
              <a:rPr lang="en-US" sz="1500" dirty="0"/>
            </a:br>
            <a:r>
              <a:rPr lang="en-US" sz="1500" dirty="0"/>
              <a:t>  FOREIGN KEY (</a:t>
            </a:r>
            <a:r>
              <a:rPr lang="en-US" sz="1500" dirty="0" err="1"/>
              <a:t>customer_id</a:t>
            </a:r>
            <a:r>
              <a:rPr lang="en-US" sz="1500" dirty="0"/>
              <a:t>)</a:t>
            </a:r>
            <a:br>
              <a:rPr lang="en-US" sz="1500" dirty="0"/>
            </a:br>
            <a:r>
              <a:rPr lang="en-US" sz="1500" dirty="0"/>
              <a:t>  REFERENCES customers(id)</a:t>
            </a:r>
            <a:br>
              <a:rPr lang="en-US" sz="1500" dirty="0"/>
            </a:br>
            <a:r>
              <a:rPr lang="en-US" sz="1500" dirty="0"/>
              <a:t>  ON DELETE RESTRICT;</a:t>
            </a:r>
            <a:br>
              <a:rPr lang="en-US" sz="1500" dirty="0"/>
            </a:br>
            <a:br>
              <a:rPr lang="en-US" sz="1500" dirty="0"/>
            </a:br>
            <a:r>
              <a:rPr lang="en-US" sz="1500" dirty="0"/>
              <a:t>ALTER TABLE invoices</a:t>
            </a:r>
            <a:br>
              <a:rPr lang="en-US" sz="1500" dirty="0"/>
            </a:br>
            <a:r>
              <a:rPr lang="en-US" sz="1500" dirty="0"/>
              <a:t>  ADD CONSTRAINT </a:t>
            </a:r>
            <a:r>
              <a:rPr lang="en-US" sz="1500" dirty="0" err="1"/>
              <a:t>invoices_unique</a:t>
            </a:r>
            <a:br>
              <a:rPr lang="en-US" sz="1500" dirty="0"/>
            </a:br>
            <a:r>
              <a:rPr lang="en-US" sz="1500" dirty="0"/>
              <a:t>  UNIQUE (</a:t>
            </a:r>
            <a:r>
              <a:rPr lang="en-US" sz="1500" dirty="0" err="1"/>
              <a:t>invoice_number</a:t>
            </a:r>
            <a:r>
              <a:rPr lang="en-US" sz="1500" dirty="0"/>
              <a:t>) DEFERRABLE INITIALLY DEFERRED;</a:t>
            </a:r>
          </a:p>
        </p:txBody>
      </p:sp>
      <p:sp>
        <p:nvSpPr>
          <p:cNvPr id="18"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9" name="Content Placeholder 2">
            <a:extLst>
              <a:ext uri="{FF2B5EF4-FFF2-40B4-BE49-F238E27FC236}">
                <a16:creationId xmlns:a16="http://schemas.microsoft.com/office/drawing/2014/main" id="{43CF020F-180A-E75E-6FBC-92B77365DE68}"/>
              </a:ext>
            </a:extLst>
          </p:cNvPr>
          <p:cNvGraphicFramePr>
            <a:graphicFrameLocks noGrp="1"/>
          </p:cNvGraphicFramePr>
          <p:nvPr>
            <p:ph idx="1"/>
            <p:extLst>
              <p:ext uri="{D42A27DB-BD31-4B8C-83A1-F6EECF244321}">
                <p14:modId xmlns:p14="http://schemas.microsoft.com/office/powerpoint/2010/main" val="4209887640"/>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200" dirty="0"/>
              <a:t>Trigger Fundamentals</a:t>
            </a:r>
          </a:p>
          <a:p>
            <a:pPr>
              <a:lnSpc>
                <a:spcPct val="90000"/>
              </a:lnSpc>
            </a:pPr>
            <a:endParaRPr lang="en-US" sz="1200" dirty="0"/>
          </a:p>
          <a:p>
            <a:pPr algn="l">
              <a:lnSpc>
                <a:spcPct val="90000"/>
              </a:lnSpc>
              <a:defRPr sz="1400">
                <a:latin typeface="Courier New"/>
              </a:defRPr>
            </a:pPr>
            <a:r>
              <a:rPr lang="en-US" sz="1200" dirty="0"/>
              <a:t>CREATE OR REPLACE FUNCTION </a:t>
            </a:r>
            <a:r>
              <a:rPr lang="en-US" sz="1200" dirty="0" err="1"/>
              <a:t>audit.order_history</a:t>
            </a:r>
            <a:r>
              <a:rPr lang="en-US" sz="1200" dirty="0"/>
              <a:t>()</a:t>
            </a:r>
            <a:br>
              <a:rPr lang="en-US" sz="1200" dirty="0"/>
            </a:br>
            <a:r>
              <a:rPr lang="en-US" sz="1200" dirty="0"/>
              <a:t>RETURNS trigger LANGUAGE </a:t>
            </a:r>
            <a:r>
              <a:rPr lang="en-US" sz="1200" dirty="0" err="1"/>
              <a:t>plpgsql</a:t>
            </a:r>
            <a:r>
              <a:rPr lang="en-US" sz="1200" dirty="0"/>
              <a:t> AS $$</a:t>
            </a:r>
            <a:br>
              <a:rPr lang="en-US" sz="1200" dirty="0"/>
            </a:br>
            <a:r>
              <a:rPr lang="en-US" sz="1200" dirty="0"/>
              <a:t>BEGIN</a:t>
            </a:r>
            <a:br>
              <a:rPr lang="en-US" sz="1200" dirty="0"/>
            </a:br>
            <a:r>
              <a:rPr lang="en-US" sz="1200" dirty="0"/>
              <a:t>  INSERT INTO </a:t>
            </a:r>
            <a:r>
              <a:rPr lang="en-US" sz="1200" dirty="0" err="1"/>
              <a:t>audit.orders</a:t>
            </a:r>
            <a:r>
              <a:rPr lang="en-US" sz="1200" dirty="0"/>
              <a:t>(</a:t>
            </a:r>
            <a:r>
              <a:rPr lang="en-US" sz="1200" dirty="0" err="1"/>
              <a:t>order_id</a:t>
            </a:r>
            <a:r>
              <a:rPr lang="en-US" sz="1200" dirty="0"/>
              <a:t>, payload, </a:t>
            </a:r>
            <a:r>
              <a:rPr lang="en-US" sz="1200" dirty="0" err="1"/>
              <a:t>changed_at</a:t>
            </a:r>
            <a:r>
              <a:rPr lang="en-US" sz="1200" dirty="0"/>
              <a:t>)</a:t>
            </a:r>
            <a:br>
              <a:rPr lang="en-US" sz="1200" dirty="0"/>
            </a:br>
            <a:r>
              <a:rPr lang="en-US" sz="1200" dirty="0"/>
              <a:t>  VALUES (</a:t>
            </a:r>
            <a:r>
              <a:rPr lang="en-US" sz="1200" dirty="0" err="1"/>
              <a:t>NEW.id</a:t>
            </a:r>
            <a:r>
              <a:rPr lang="en-US" sz="1200" dirty="0"/>
              <a:t>, </a:t>
            </a:r>
            <a:r>
              <a:rPr lang="en-US" sz="1200" dirty="0" err="1"/>
              <a:t>row_to_json</a:t>
            </a:r>
            <a:r>
              <a:rPr lang="en-US" sz="1200" dirty="0"/>
              <a:t>(NEW), now());</a:t>
            </a:r>
            <a:br>
              <a:rPr lang="en-US" sz="1200" dirty="0"/>
            </a:br>
            <a:r>
              <a:rPr lang="en-US" sz="1200" dirty="0"/>
              <a:t>  RETURN NEW;</a:t>
            </a:r>
            <a:br>
              <a:rPr lang="en-US" sz="1200" dirty="0"/>
            </a:br>
            <a:r>
              <a:rPr lang="en-US" sz="1200" dirty="0"/>
              <a:t>END;</a:t>
            </a:r>
            <a:br>
              <a:rPr lang="en-US" sz="1200" dirty="0"/>
            </a:br>
            <a:r>
              <a:rPr lang="en-US" sz="1200" dirty="0"/>
              <a:t>$$;</a:t>
            </a:r>
            <a:br>
              <a:rPr lang="en-US" sz="1200" dirty="0"/>
            </a:br>
            <a:br>
              <a:rPr lang="en-US" sz="1200" dirty="0"/>
            </a:br>
            <a:r>
              <a:rPr lang="en-US" sz="1200" dirty="0"/>
              <a:t>CREATE TRIGGER </a:t>
            </a:r>
            <a:r>
              <a:rPr lang="en-US" sz="1200" dirty="0" err="1"/>
              <a:t>orders_after_update</a:t>
            </a:r>
            <a:br>
              <a:rPr lang="en-US" sz="1200" dirty="0"/>
            </a:br>
            <a:r>
              <a:rPr lang="en-US" sz="1200" dirty="0"/>
              <a:t>AFTER UPDATE ON orders</a:t>
            </a:r>
            <a:br>
              <a:rPr lang="en-US" sz="1200" dirty="0"/>
            </a:br>
            <a:r>
              <a:rPr lang="en-US" sz="1200" dirty="0"/>
              <a:t>FOR EACH ROW EXECUTE FUNCTION </a:t>
            </a:r>
            <a:r>
              <a:rPr lang="en-US" sz="1200" dirty="0" err="1"/>
              <a:t>audit.order_history</a:t>
            </a:r>
            <a:r>
              <a:rPr lang="en-US" sz="1200" dirty="0"/>
              <a:t>();</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ED763FBD-945B-6733-4FF8-207B7841BF9D}"/>
              </a:ext>
            </a:extLst>
          </p:cNvPr>
          <p:cNvGraphicFramePr>
            <a:graphicFrameLocks noGrp="1"/>
          </p:cNvGraphicFramePr>
          <p:nvPr>
            <p:ph idx="1"/>
            <p:extLst>
              <p:ext uri="{D42A27DB-BD31-4B8C-83A1-F6EECF244321}">
                <p14:modId xmlns:p14="http://schemas.microsoft.com/office/powerpoint/2010/main" val="2173148849"/>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500" dirty="0"/>
              <a:t>Trigger Design Patterns</a:t>
            </a:r>
          </a:p>
          <a:p>
            <a:pPr>
              <a:lnSpc>
                <a:spcPct val="90000"/>
              </a:lnSpc>
            </a:pPr>
            <a:endParaRPr lang="en-US" sz="1500" dirty="0"/>
          </a:p>
          <a:p>
            <a:pPr algn="l">
              <a:lnSpc>
                <a:spcPct val="90000"/>
              </a:lnSpc>
              <a:defRPr sz="1400">
                <a:latin typeface="Courier New"/>
              </a:defRPr>
            </a:pPr>
            <a:r>
              <a:rPr lang="en-US" sz="1500" dirty="0"/>
              <a:t>-- </a:t>
            </a:r>
            <a:r>
              <a:rPr lang="en-US" sz="1500" dirty="0" err="1"/>
              <a:t>Denormalised</a:t>
            </a:r>
            <a:r>
              <a:rPr lang="en-US" sz="1500" dirty="0"/>
              <a:t> counter update</a:t>
            </a:r>
            <a:br>
              <a:rPr lang="en-US" sz="1500" dirty="0"/>
            </a:br>
            <a:r>
              <a:rPr lang="en-US" sz="1500" dirty="0"/>
              <a:t>CREATE TRIGGER </a:t>
            </a:r>
            <a:r>
              <a:rPr lang="en-US" sz="1500" dirty="0" err="1"/>
              <a:t>decrement_inventory</a:t>
            </a:r>
            <a:br>
              <a:rPr lang="en-US" sz="1500" dirty="0"/>
            </a:br>
            <a:r>
              <a:rPr lang="en-US" sz="1500" dirty="0"/>
              <a:t>AFTER INSERT ON </a:t>
            </a:r>
            <a:r>
              <a:rPr lang="en-US" sz="1500" dirty="0" err="1"/>
              <a:t>order_items</a:t>
            </a:r>
            <a:br>
              <a:rPr lang="en-US" sz="1500" dirty="0"/>
            </a:br>
            <a:r>
              <a:rPr lang="en-US" sz="1500" dirty="0"/>
              <a:t>FOR EACH ROW EXECUTE FUNCTION </a:t>
            </a:r>
            <a:r>
              <a:rPr lang="en-US" sz="1500" dirty="0" err="1"/>
              <a:t>inventory.log_sale</a:t>
            </a:r>
            <a:r>
              <a:rPr lang="en-US" sz="1500" dirty="0"/>
              <a:t>();</a:t>
            </a:r>
            <a:br>
              <a:rPr lang="en-US" sz="1500" dirty="0"/>
            </a:br>
            <a:br>
              <a:rPr lang="en-US" sz="1500" dirty="0"/>
            </a:br>
            <a:r>
              <a:rPr lang="en-US" sz="1500" dirty="0"/>
              <a:t>-- Guard rail</a:t>
            </a:r>
            <a:br>
              <a:rPr lang="en-US" sz="1500" dirty="0"/>
            </a:br>
            <a:r>
              <a:rPr lang="en-US" sz="1500" dirty="0"/>
              <a:t>CREATE TRIGGER </a:t>
            </a:r>
            <a:r>
              <a:rPr lang="en-US" sz="1500" dirty="0" err="1"/>
              <a:t>prevent_negative_balance</a:t>
            </a:r>
            <a:br>
              <a:rPr lang="en-US" sz="1500" dirty="0"/>
            </a:br>
            <a:r>
              <a:rPr lang="en-US" sz="1500" dirty="0"/>
              <a:t>BEFORE UPDATE ON accounts</a:t>
            </a:r>
            <a:br>
              <a:rPr lang="en-US" sz="1500" dirty="0"/>
            </a:br>
            <a:r>
              <a:rPr lang="en-US" sz="1500" dirty="0"/>
              <a:t>FOR EACH ROW</a:t>
            </a:r>
            <a:br>
              <a:rPr lang="en-US" sz="1500" dirty="0"/>
            </a:br>
            <a:r>
              <a:rPr lang="en-US" sz="1500" dirty="0"/>
              <a:t>WHEN (</a:t>
            </a:r>
            <a:r>
              <a:rPr lang="en-US" sz="1500" dirty="0" err="1"/>
              <a:t>NEW.balance</a:t>
            </a:r>
            <a:r>
              <a:rPr lang="en-US" sz="1500" dirty="0"/>
              <a:t> &lt; 0)</a:t>
            </a:r>
            <a:br>
              <a:rPr lang="en-US" sz="1500" dirty="0"/>
            </a:br>
            <a:r>
              <a:rPr lang="en-US" sz="1500" dirty="0"/>
              <a:t>EXECUTE FUNCTION </a:t>
            </a:r>
            <a:r>
              <a:rPr lang="en-US" sz="1500" dirty="0" err="1"/>
              <a:t>util.raise_if_negative</a:t>
            </a:r>
            <a:r>
              <a:rPr lang="en-US" sz="1500" dirty="0"/>
              <a:t>();</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375E1317-B363-BD3F-BD1F-CE1F171A7BE6}"/>
              </a:ext>
            </a:extLst>
          </p:cNvPr>
          <p:cNvGraphicFramePr>
            <a:graphicFrameLocks noGrp="1"/>
          </p:cNvGraphicFramePr>
          <p:nvPr>
            <p:ph idx="1"/>
            <p:extLst>
              <p:ext uri="{D42A27DB-BD31-4B8C-83A1-F6EECF244321}">
                <p14:modId xmlns:p14="http://schemas.microsoft.com/office/powerpoint/2010/main" val="3091524307"/>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900" dirty="0"/>
              <a:t>Transactions &amp; ACID</a:t>
            </a:r>
          </a:p>
          <a:p>
            <a:pPr>
              <a:lnSpc>
                <a:spcPct val="90000"/>
              </a:lnSpc>
            </a:pPr>
            <a:endParaRPr lang="en-US" sz="1900" dirty="0"/>
          </a:p>
          <a:p>
            <a:pPr algn="l">
              <a:lnSpc>
                <a:spcPct val="90000"/>
              </a:lnSpc>
              <a:defRPr sz="1400">
                <a:latin typeface="Courier New"/>
              </a:defRPr>
            </a:pPr>
            <a:r>
              <a:rPr lang="en-US" sz="1900" dirty="0"/>
              <a:t>BEGIN;</a:t>
            </a:r>
            <a:br>
              <a:rPr lang="en-US" sz="1900" dirty="0"/>
            </a:br>
            <a:r>
              <a:rPr lang="en-US" sz="1900" dirty="0"/>
              <a:t>UPDATE accounts SET balance = balance - 100 WHERE id = 1;</a:t>
            </a:r>
            <a:br>
              <a:rPr lang="en-US" sz="1900" dirty="0"/>
            </a:br>
            <a:r>
              <a:rPr lang="en-US" sz="1900" dirty="0"/>
              <a:t>UPDATE accounts SET balance = balance + 100 WHERE id = 2;</a:t>
            </a:r>
            <a:br>
              <a:rPr lang="en-US" sz="1900" dirty="0"/>
            </a:br>
            <a:r>
              <a:rPr lang="en-US" sz="1900" dirty="0"/>
              <a:t>COMMIT;  -- ROLLBACK if any statement fails</a:t>
            </a:r>
            <a:br>
              <a:rPr lang="en-US" sz="1900" dirty="0"/>
            </a:br>
            <a:br>
              <a:rPr lang="en-US" sz="1900" dirty="0"/>
            </a:br>
            <a:r>
              <a:rPr lang="en-US" sz="1900" dirty="0"/>
              <a:t>SET SESSION CHARACTERISTICS AS TRANSACTION ISOLATION LEVEL SERIALIZABLE;</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57CEB513-64E6-2AD5-D150-D5FD460C29BD}"/>
              </a:ext>
            </a:extLst>
          </p:cNvPr>
          <p:cNvGraphicFramePr>
            <a:graphicFrameLocks noGrp="1"/>
          </p:cNvGraphicFramePr>
          <p:nvPr>
            <p:ph idx="1"/>
            <p:extLst>
              <p:ext uri="{D42A27DB-BD31-4B8C-83A1-F6EECF244321}">
                <p14:modId xmlns:p14="http://schemas.microsoft.com/office/powerpoint/2010/main" val="1918100190"/>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76250" y="640823"/>
            <a:ext cx="2563994" cy="5583148"/>
          </a:xfrm>
        </p:spPr>
        <p:txBody>
          <a:bodyPr anchor="ctr">
            <a:normAutofit/>
          </a:bodyPr>
          <a:lstStyle/>
          <a:p>
            <a:pPr>
              <a:lnSpc>
                <a:spcPct val="90000"/>
              </a:lnSpc>
            </a:pPr>
            <a:r>
              <a:rPr lang="en-US" sz="1200" dirty="0"/>
              <a:t>Isolation Levels &amp; Concurrency</a:t>
            </a:r>
          </a:p>
          <a:p>
            <a:pPr>
              <a:lnSpc>
                <a:spcPct val="90000"/>
              </a:lnSpc>
            </a:pPr>
            <a:endParaRPr lang="en-US" sz="1200" dirty="0"/>
          </a:p>
          <a:p>
            <a:pPr algn="l">
              <a:lnSpc>
                <a:spcPct val="90000"/>
              </a:lnSpc>
              <a:defRPr sz="1400">
                <a:latin typeface="Courier New"/>
              </a:defRPr>
            </a:pPr>
            <a:r>
              <a:rPr lang="en-US" sz="1200" dirty="0"/>
              <a:t>-- Lock a row for transfer</a:t>
            </a:r>
            <a:br>
              <a:rPr lang="en-US" sz="1200" dirty="0"/>
            </a:br>
            <a:r>
              <a:rPr lang="en-US" sz="1200" dirty="0"/>
              <a:t>BEGIN;</a:t>
            </a:r>
            <a:br>
              <a:rPr lang="en-US" sz="1200" dirty="0"/>
            </a:br>
            <a:r>
              <a:rPr lang="en-US" sz="1200" dirty="0"/>
              <a:t>SET TRANSACTION ISOLATION LEVEL REPEATABLE READ;</a:t>
            </a:r>
            <a:br>
              <a:rPr lang="en-US" sz="1200" dirty="0"/>
            </a:br>
            <a:r>
              <a:rPr lang="en-US" sz="1200" dirty="0"/>
              <a:t>SELECT balance FROM accounts WHERE id = 1 FOR UPDATE;</a:t>
            </a:r>
            <a:br>
              <a:rPr lang="en-US" sz="1200" dirty="0"/>
            </a:br>
            <a:r>
              <a:rPr lang="en-US" sz="1200" dirty="0"/>
              <a:t>-- perform business logic</a:t>
            </a:r>
            <a:br>
              <a:rPr lang="en-US" sz="1200" dirty="0"/>
            </a:br>
            <a:r>
              <a:rPr lang="en-US" sz="1200" dirty="0"/>
              <a:t>COMMIT;</a:t>
            </a:r>
            <a:br>
              <a:rPr lang="en-US" sz="1200" dirty="0"/>
            </a:br>
            <a:br>
              <a:rPr lang="en-US" sz="1200" dirty="0"/>
            </a:br>
            <a:r>
              <a:rPr lang="en-US" sz="1200" dirty="0"/>
              <a:t>SELECT </a:t>
            </a:r>
            <a:r>
              <a:rPr lang="en-US" sz="1200" dirty="0" err="1"/>
              <a:t>pid</a:t>
            </a:r>
            <a:r>
              <a:rPr lang="en-US" sz="1200" dirty="0"/>
              <a:t>, </a:t>
            </a:r>
            <a:r>
              <a:rPr lang="en-US" sz="1200" dirty="0" err="1"/>
              <a:t>wait_event</a:t>
            </a:r>
            <a:r>
              <a:rPr lang="en-US" sz="1200" dirty="0"/>
              <a:t>, </a:t>
            </a:r>
            <a:r>
              <a:rPr lang="en-US" sz="1200" dirty="0" err="1"/>
              <a:t>locktype</a:t>
            </a:r>
            <a:br>
              <a:rPr lang="en-US" sz="1200" dirty="0"/>
            </a:br>
            <a:r>
              <a:rPr lang="en-US" sz="1200" dirty="0"/>
              <a:t>  FROM </a:t>
            </a:r>
            <a:r>
              <a:rPr lang="en-US" sz="1200" dirty="0" err="1"/>
              <a:t>pg_locks</a:t>
            </a:r>
            <a:r>
              <a:rPr lang="en-US" sz="1200" dirty="0"/>
              <a:t> JOIN </a:t>
            </a:r>
            <a:r>
              <a:rPr lang="en-US" sz="1200" dirty="0" err="1"/>
              <a:t>pg_stat_activity</a:t>
            </a:r>
            <a:r>
              <a:rPr lang="en-US" sz="1200" dirty="0"/>
              <a:t> USING (</a:t>
            </a:r>
            <a:r>
              <a:rPr lang="en-US" sz="1200" dirty="0" err="1"/>
              <a:t>pid</a:t>
            </a:r>
            <a:r>
              <a:rPr lang="en-US" sz="1200" dirty="0"/>
              <a:t>)</a:t>
            </a:r>
            <a:br>
              <a:rPr lang="en-US" sz="1200" dirty="0"/>
            </a:br>
            <a:r>
              <a:rPr lang="en-US" sz="1200" dirty="0"/>
              <a:t> WHERE </a:t>
            </a:r>
            <a:r>
              <a:rPr lang="en-US" sz="1200" dirty="0" err="1"/>
              <a:t>wait_event</a:t>
            </a:r>
            <a:r>
              <a:rPr lang="en-US" sz="1200" dirty="0"/>
              <a:t> IS NOT NULL;</a:t>
            </a:r>
          </a:p>
          <a:p>
            <a:pPr>
              <a:lnSpc>
                <a:spcPct val="90000"/>
              </a:lnSpc>
              <a:defRPr sz="1400">
                <a:latin typeface="Courier New"/>
              </a:defRPr>
            </a:pPr>
            <a:r>
              <a:rPr lang="en-US" sz="1200" dirty="0"/>
              <a:t>BEGIN;</a:t>
            </a:r>
            <a:br>
              <a:rPr lang="en-US" sz="1200" dirty="0"/>
            </a:br>
            <a:r>
              <a:rPr lang="en-US" sz="1200" dirty="0"/>
              <a:t>SET TRANSACTION ISOLATION LEVEL REPEATABLE READ;</a:t>
            </a:r>
            <a:br>
              <a:rPr lang="en-US" sz="1200" dirty="0"/>
            </a:br>
            <a:r>
              <a:rPr lang="en-US" sz="1200" dirty="0"/>
              <a:t>SELECT balance FROM accounts WHERE id = 1 FOR UPDATE;</a:t>
            </a:r>
            <a:br>
              <a:rPr lang="en-US" sz="1200" dirty="0"/>
            </a:br>
            <a:r>
              <a:rPr lang="en-US" sz="1200" dirty="0"/>
              <a:t>-- business logic here</a:t>
            </a:r>
            <a:br>
              <a:rPr lang="en-US" sz="1200" dirty="0"/>
            </a:br>
            <a:r>
              <a:rPr lang="en-US" sz="1200" dirty="0"/>
              <a:t>COMMIT;</a:t>
            </a:r>
            <a:br>
              <a:rPr lang="en-US" sz="1200" dirty="0"/>
            </a:br>
            <a:br>
              <a:rPr lang="en-US" sz="1200" dirty="0"/>
            </a:br>
            <a:r>
              <a:rPr lang="en-US" sz="1200" dirty="0"/>
              <a:t>SELECT </a:t>
            </a:r>
            <a:r>
              <a:rPr lang="en-US" sz="1200" dirty="0" err="1"/>
              <a:t>pid</a:t>
            </a:r>
            <a:r>
              <a:rPr lang="en-US" sz="1200" dirty="0"/>
              <a:t>, </a:t>
            </a:r>
            <a:r>
              <a:rPr lang="en-US" sz="1200" dirty="0" err="1"/>
              <a:t>locktype</a:t>
            </a:r>
            <a:r>
              <a:rPr lang="en-US" sz="1200" dirty="0"/>
              <a:t>, mode</a:t>
            </a:r>
            <a:br>
              <a:rPr lang="en-US" sz="1200" dirty="0"/>
            </a:br>
            <a:r>
              <a:rPr lang="en-US" sz="1200" dirty="0"/>
              <a:t>  FROM </a:t>
            </a:r>
            <a:r>
              <a:rPr lang="en-US" sz="1200" dirty="0" err="1"/>
              <a:t>pg_locks</a:t>
            </a:r>
            <a:br>
              <a:rPr lang="en-US" sz="1200" dirty="0"/>
            </a:br>
            <a:r>
              <a:rPr lang="en-US" sz="1200" dirty="0"/>
              <a:t> WHERE granted = false;</a:t>
            </a:r>
          </a:p>
        </p:txBody>
      </p:sp>
      <p:sp>
        <p:nvSpPr>
          <p:cNvPr id="14"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44313" y="3465005"/>
            <a:ext cx="5410200" cy="13716"/>
          </a:xfrm>
          <a:custGeom>
            <a:avLst/>
            <a:gdLst>
              <a:gd name="connsiteX0" fmla="*/ 0 w 5410200"/>
              <a:gd name="connsiteY0" fmla="*/ 0 h 13716"/>
              <a:gd name="connsiteX1" fmla="*/ 568071 w 5410200"/>
              <a:gd name="connsiteY1" fmla="*/ 0 h 13716"/>
              <a:gd name="connsiteX2" fmla="*/ 1298448 w 5410200"/>
              <a:gd name="connsiteY2" fmla="*/ 0 h 13716"/>
              <a:gd name="connsiteX3" fmla="*/ 1920621 w 5410200"/>
              <a:gd name="connsiteY3" fmla="*/ 0 h 13716"/>
              <a:gd name="connsiteX4" fmla="*/ 2488692 w 5410200"/>
              <a:gd name="connsiteY4" fmla="*/ 0 h 13716"/>
              <a:gd name="connsiteX5" fmla="*/ 3219069 w 5410200"/>
              <a:gd name="connsiteY5" fmla="*/ 0 h 13716"/>
              <a:gd name="connsiteX6" fmla="*/ 3895344 w 5410200"/>
              <a:gd name="connsiteY6" fmla="*/ 0 h 13716"/>
              <a:gd name="connsiteX7" fmla="*/ 4571619 w 5410200"/>
              <a:gd name="connsiteY7" fmla="*/ 0 h 13716"/>
              <a:gd name="connsiteX8" fmla="*/ 5410200 w 5410200"/>
              <a:gd name="connsiteY8" fmla="*/ 0 h 13716"/>
              <a:gd name="connsiteX9" fmla="*/ 5410200 w 5410200"/>
              <a:gd name="connsiteY9" fmla="*/ 13716 h 13716"/>
              <a:gd name="connsiteX10" fmla="*/ 4842129 w 5410200"/>
              <a:gd name="connsiteY10" fmla="*/ 13716 h 13716"/>
              <a:gd name="connsiteX11" fmla="*/ 4328160 w 5410200"/>
              <a:gd name="connsiteY11" fmla="*/ 13716 h 13716"/>
              <a:gd name="connsiteX12" fmla="*/ 3597783 w 5410200"/>
              <a:gd name="connsiteY12" fmla="*/ 13716 h 13716"/>
              <a:gd name="connsiteX13" fmla="*/ 3029712 w 5410200"/>
              <a:gd name="connsiteY13" fmla="*/ 13716 h 13716"/>
              <a:gd name="connsiteX14" fmla="*/ 2299335 w 5410200"/>
              <a:gd name="connsiteY14" fmla="*/ 13716 h 13716"/>
              <a:gd name="connsiteX15" fmla="*/ 1514856 w 5410200"/>
              <a:gd name="connsiteY15" fmla="*/ 13716 h 13716"/>
              <a:gd name="connsiteX16" fmla="*/ 892683 w 5410200"/>
              <a:gd name="connsiteY16" fmla="*/ 13716 h 13716"/>
              <a:gd name="connsiteX17" fmla="*/ 0 w 5410200"/>
              <a:gd name="connsiteY17" fmla="*/ 13716 h 13716"/>
              <a:gd name="connsiteX18" fmla="*/ 0 w 5410200"/>
              <a:gd name="connsiteY18" fmla="*/ 0 h 13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3716"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09587" y="2854"/>
                  <a:pt x="5409791" y="9451"/>
                  <a:pt x="5410200" y="13716"/>
                </a:cubicBezTo>
                <a:cubicBezTo>
                  <a:pt x="5139060" y="2179"/>
                  <a:pt x="5121593" y="26463"/>
                  <a:pt x="4842129" y="13716"/>
                </a:cubicBezTo>
                <a:cubicBezTo>
                  <a:pt x="4562665" y="969"/>
                  <a:pt x="4448273" y="4915"/>
                  <a:pt x="4328160" y="13716"/>
                </a:cubicBezTo>
                <a:cubicBezTo>
                  <a:pt x="4208047" y="22517"/>
                  <a:pt x="3760936" y="17995"/>
                  <a:pt x="3597783" y="13716"/>
                </a:cubicBezTo>
                <a:cubicBezTo>
                  <a:pt x="3434630" y="9437"/>
                  <a:pt x="3299718" y="28641"/>
                  <a:pt x="3029712" y="13716"/>
                </a:cubicBezTo>
                <a:cubicBezTo>
                  <a:pt x="2759706" y="-1209"/>
                  <a:pt x="2640159" y="22822"/>
                  <a:pt x="2299335" y="13716"/>
                </a:cubicBezTo>
                <a:cubicBezTo>
                  <a:pt x="1958511" y="4610"/>
                  <a:pt x="1801186" y="24413"/>
                  <a:pt x="1514856" y="13716"/>
                </a:cubicBezTo>
                <a:cubicBezTo>
                  <a:pt x="1228526" y="3019"/>
                  <a:pt x="1063509" y="-9877"/>
                  <a:pt x="892683" y="13716"/>
                </a:cubicBezTo>
                <a:cubicBezTo>
                  <a:pt x="721857" y="37309"/>
                  <a:pt x="186945" y="-25469"/>
                  <a:pt x="0" y="13716"/>
                </a:cubicBezTo>
                <a:cubicBezTo>
                  <a:pt x="-342" y="9537"/>
                  <a:pt x="-97" y="6817"/>
                  <a:pt x="0" y="0"/>
                </a:cubicBezTo>
                <a:close/>
              </a:path>
              <a:path w="5410200" h="13716"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10660" y="2787"/>
                  <a:pt x="5410166" y="9748"/>
                  <a:pt x="5410200" y="13716"/>
                </a:cubicBezTo>
                <a:cubicBezTo>
                  <a:pt x="5163327" y="36922"/>
                  <a:pt x="5008749" y="6121"/>
                  <a:pt x="4842129" y="13716"/>
                </a:cubicBezTo>
                <a:cubicBezTo>
                  <a:pt x="4675509" y="21311"/>
                  <a:pt x="4433401" y="-5187"/>
                  <a:pt x="4165854" y="13716"/>
                </a:cubicBezTo>
                <a:cubicBezTo>
                  <a:pt x="3898308" y="32619"/>
                  <a:pt x="3809032" y="-13282"/>
                  <a:pt x="3543681" y="13716"/>
                </a:cubicBezTo>
                <a:cubicBezTo>
                  <a:pt x="3278330" y="40714"/>
                  <a:pt x="3073876" y="-20489"/>
                  <a:pt x="2759202" y="13716"/>
                </a:cubicBezTo>
                <a:cubicBezTo>
                  <a:pt x="2444528" y="47921"/>
                  <a:pt x="2204144" y="-1200"/>
                  <a:pt x="1974723" y="13716"/>
                </a:cubicBezTo>
                <a:cubicBezTo>
                  <a:pt x="1745302" y="28632"/>
                  <a:pt x="1602335" y="26918"/>
                  <a:pt x="1406652" y="13716"/>
                </a:cubicBezTo>
                <a:cubicBezTo>
                  <a:pt x="1210969" y="514"/>
                  <a:pt x="923948" y="-1411"/>
                  <a:pt x="730377" y="13716"/>
                </a:cubicBezTo>
                <a:cubicBezTo>
                  <a:pt x="536806" y="28843"/>
                  <a:pt x="336496" y="-4713"/>
                  <a:pt x="0" y="13716"/>
                </a:cubicBezTo>
                <a:cubicBezTo>
                  <a:pt x="-535" y="9547"/>
                  <a:pt x="488" y="451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2">
            <a:extLst>
              <a:ext uri="{FF2B5EF4-FFF2-40B4-BE49-F238E27FC236}">
                <a16:creationId xmlns:a16="http://schemas.microsoft.com/office/drawing/2014/main" id="{F5A5B521-EC9F-40C0-B719-168239FC481B}"/>
              </a:ext>
            </a:extLst>
          </p:cNvPr>
          <p:cNvGraphicFramePr>
            <a:graphicFrameLocks noGrp="1"/>
          </p:cNvGraphicFramePr>
          <p:nvPr>
            <p:ph idx="1"/>
            <p:extLst>
              <p:ext uri="{D42A27DB-BD31-4B8C-83A1-F6EECF244321}">
                <p14:modId xmlns:p14="http://schemas.microsoft.com/office/powerpoint/2010/main" val="1298747300"/>
              </p:ext>
            </p:extLst>
          </p:nvPr>
        </p:nvGraphicFramePr>
        <p:xfrm>
          <a:off x="3486013" y="640822"/>
          <a:ext cx="5175384"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6" name="Freeform: Shape 10">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614166"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608608"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344" y="1161288"/>
            <a:ext cx="2702052" cy="4526280"/>
          </a:xfrm>
        </p:spPr>
        <p:txBody>
          <a:bodyPr>
            <a:normAutofit/>
          </a:bodyPr>
          <a:lstStyle/>
          <a:p>
            <a:pPr>
              <a:lnSpc>
                <a:spcPct val="90000"/>
              </a:lnSpc>
            </a:pPr>
            <a:r>
              <a:rPr lang="en-US" sz="1100" dirty="0"/>
              <a:t>Transaction Troubleshooting</a:t>
            </a:r>
          </a:p>
          <a:p>
            <a:pPr>
              <a:lnSpc>
                <a:spcPct val="90000"/>
              </a:lnSpc>
            </a:pPr>
            <a:endParaRPr lang="en-US" sz="1100" dirty="0"/>
          </a:p>
          <a:p>
            <a:pPr>
              <a:lnSpc>
                <a:spcPct val="90000"/>
              </a:lnSpc>
              <a:defRPr sz="1400">
                <a:latin typeface="Courier New"/>
              </a:defRPr>
            </a:pPr>
            <a:r>
              <a:rPr lang="en-US" sz="1100" dirty="0"/>
              <a:t>-- Investigate deadlock victims</a:t>
            </a:r>
            <a:br>
              <a:rPr lang="en-US" sz="1100" dirty="0"/>
            </a:br>
            <a:r>
              <a:rPr lang="en-US" sz="1100" dirty="0"/>
              <a:t>SELECT </a:t>
            </a:r>
            <a:r>
              <a:rPr lang="en-US" sz="1100" dirty="0" err="1"/>
              <a:t>log_time</a:t>
            </a:r>
            <a:r>
              <a:rPr lang="en-US" sz="1100" dirty="0"/>
              <a:t>, </a:t>
            </a:r>
            <a:r>
              <a:rPr lang="en-US" sz="1100" dirty="0" err="1"/>
              <a:t>pid</a:t>
            </a:r>
            <a:r>
              <a:rPr lang="en-US" sz="1100" dirty="0"/>
              <a:t>, query</a:t>
            </a:r>
            <a:br>
              <a:rPr lang="en-US" sz="1100" dirty="0"/>
            </a:br>
            <a:r>
              <a:rPr lang="en-US" sz="1100" dirty="0"/>
              <a:t>  FROM </a:t>
            </a:r>
            <a:r>
              <a:rPr lang="en-US" sz="1100" dirty="0" err="1"/>
              <a:t>pg_logical_slot_peek_changes</a:t>
            </a:r>
            <a:r>
              <a:rPr lang="en-US" sz="1100" dirty="0"/>
              <a:t>('</a:t>
            </a:r>
            <a:r>
              <a:rPr lang="en-US" sz="1100" dirty="0" err="1"/>
              <a:t>pg_logical</a:t>
            </a:r>
            <a:r>
              <a:rPr lang="en-US" sz="1100" dirty="0"/>
              <a:t>', NULL, NULL)</a:t>
            </a:r>
            <a:br>
              <a:rPr lang="en-US" sz="1100" dirty="0"/>
            </a:br>
            <a:r>
              <a:rPr lang="en-US" sz="1100" dirty="0"/>
              <a:t> WHERE message LIKE '%deadlock%';</a:t>
            </a:r>
            <a:br>
              <a:rPr lang="en-US" sz="1100" dirty="0"/>
            </a:br>
            <a:br>
              <a:rPr lang="en-US" sz="1100" dirty="0"/>
            </a:br>
            <a:r>
              <a:rPr lang="en-US" sz="1100" dirty="0"/>
              <a:t>SET </a:t>
            </a:r>
            <a:r>
              <a:rPr lang="en-US" sz="1100" dirty="0" err="1"/>
              <a:t>lock_timeout</a:t>
            </a:r>
            <a:r>
              <a:rPr lang="en-US" sz="1100" dirty="0"/>
              <a:t> = '3s';</a:t>
            </a:r>
            <a:br>
              <a:rPr lang="en-US" sz="1100" dirty="0"/>
            </a:br>
            <a:r>
              <a:rPr lang="en-US" sz="1100" dirty="0"/>
              <a:t>SAVEPOINT </a:t>
            </a:r>
            <a:r>
              <a:rPr lang="en-US" sz="1100" dirty="0" err="1"/>
              <a:t>before_large_batch</a:t>
            </a:r>
            <a:r>
              <a:rPr lang="en-US" sz="1100" dirty="0"/>
              <a:t>;</a:t>
            </a:r>
            <a:br>
              <a:rPr lang="en-US" sz="1100" dirty="0"/>
            </a:br>
            <a:r>
              <a:rPr lang="en-US" sz="1100" dirty="0"/>
              <a:t>-- risky statement</a:t>
            </a:r>
            <a:br>
              <a:rPr lang="en-US" sz="1100" dirty="0"/>
            </a:br>
            <a:r>
              <a:rPr lang="en-US" sz="1100" dirty="0"/>
              <a:t>ROLLBACK TO SAVEPOINT </a:t>
            </a:r>
            <a:r>
              <a:rPr lang="en-US" sz="1100" dirty="0" err="1"/>
              <a:t>before_large_batch</a:t>
            </a:r>
            <a:r>
              <a:rPr lang="en-US" sz="1100" dirty="0"/>
              <a:t>;</a:t>
            </a:r>
          </a:p>
          <a:p>
            <a:pPr algn="l">
              <a:lnSpc>
                <a:spcPct val="90000"/>
              </a:lnSpc>
              <a:defRPr sz="1400">
                <a:latin typeface="Courier New"/>
              </a:defRPr>
            </a:pPr>
            <a:r>
              <a:rPr lang="en-US" sz="1100" dirty="0"/>
              <a:t>-- Watch for long-running statements</a:t>
            </a:r>
            <a:br>
              <a:rPr lang="en-US" sz="1100" dirty="0"/>
            </a:br>
            <a:r>
              <a:rPr lang="en-US" sz="1100" dirty="0"/>
              <a:t>SELECT </a:t>
            </a:r>
            <a:r>
              <a:rPr lang="en-US" sz="1100" dirty="0" err="1"/>
              <a:t>pid</a:t>
            </a:r>
            <a:r>
              <a:rPr lang="en-US" sz="1100" dirty="0"/>
              <a:t>, </a:t>
            </a:r>
            <a:r>
              <a:rPr lang="en-US" sz="1100" dirty="0" err="1"/>
              <a:t>wait_event_type</a:t>
            </a:r>
            <a:r>
              <a:rPr lang="en-US" sz="1100" dirty="0"/>
              <a:t>, </a:t>
            </a:r>
            <a:r>
              <a:rPr lang="en-US" sz="1100" dirty="0" err="1"/>
              <a:t>wait_event</a:t>
            </a:r>
            <a:r>
              <a:rPr lang="en-US" sz="1100" dirty="0"/>
              <a:t>, query</a:t>
            </a:r>
            <a:br>
              <a:rPr lang="en-US" sz="1100" dirty="0"/>
            </a:br>
            <a:r>
              <a:rPr lang="en-US" sz="1100" dirty="0"/>
              <a:t>  FROM </a:t>
            </a:r>
            <a:r>
              <a:rPr lang="en-US" sz="1100" dirty="0" err="1"/>
              <a:t>pg_stat_activity</a:t>
            </a:r>
            <a:br>
              <a:rPr lang="en-US" sz="1100" dirty="0"/>
            </a:br>
            <a:r>
              <a:rPr lang="en-US" sz="1100" dirty="0"/>
              <a:t> WHERE state = 'active';</a:t>
            </a:r>
            <a:br>
              <a:rPr lang="en-US" sz="1100" dirty="0"/>
            </a:br>
            <a:br>
              <a:rPr lang="en-US" sz="1100" dirty="0"/>
            </a:br>
            <a:r>
              <a:rPr lang="en-US" sz="1100" dirty="0"/>
              <a:t>-- Guard against blocking</a:t>
            </a:r>
            <a:br>
              <a:rPr lang="en-US" sz="1100" dirty="0"/>
            </a:br>
            <a:r>
              <a:rPr lang="en-US" sz="1100" dirty="0"/>
              <a:t>SET </a:t>
            </a:r>
            <a:r>
              <a:rPr lang="en-US" sz="1100" dirty="0" err="1"/>
              <a:t>lock_timeout</a:t>
            </a:r>
            <a:r>
              <a:rPr lang="en-US" sz="1100" dirty="0"/>
              <a:t> = '3s';</a:t>
            </a:r>
            <a:br>
              <a:rPr lang="en-US" sz="1100" dirty="0"/>
            </a:br>
            <a:r>
              <a:rPr lang="en-US" sz="1100" dirty="0"/>
              <a:t>SAVEPOINT </a:t>
            </a:r>
            <a:r>
              <a:rPr lang="en-US" sz="1100" dirty="0" err="1"/>
              <a:t>before_batch</a:t>
            </a:r>
            <a:r>
              <a:rPr lang="en-US" sz="1100" dirty="0"/>
              <a:t>;</a:t>
            </a:r>
            <a:br>
              <a:rPr lang="en-US" sz="1100" dirty="0"/>
            </a:br>
            <a:r>
              <a:rPr lang="en-US" sz="1100" dirty="0"/>
              <a:t>-- risky statement here</a:t>
            </a:r>
            <a:br>
              <a:rPr lang="en-US" sz="1100" dirty="0"/>
            </a:br>
            <a:r>
              <a:rPr lang="en-US" sz="1100" dirty="0"/>
              <a:t>ROLLBACK TO SAVEPOINT </a:t>
            </a:r>
            <a:r>
              <a:rPr lang="en-US" sz="1100" dirty="0" err="1"/>
              <a:t>before_batch</a:t>
            </a:r>
            <a:r>
              <a:rPr lang="en-US" sz="1100" dirty="0"/>
              <a:t>;</a:t>
            </a:r>
          </a:p>
        </p:txBody>
      </p:sp>
      <p:sp>
        <p:nvSpPr>
          <p:cNvPr id="15" name="Rectangle 1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96012"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7" name="Content Placeholder 2">
            <a:extLst>
              <a:ext uri="{FF2B5EF4-FFF2-40B4-BE49-F238E27FC236}">
                <a16:creationId xmlns:a16="http://schemas.microsoft.com/office/drawing/2014/main" id="{1011BA85-2E98-A4A9-E014-F4E12295CD09}"/>
              </a:ext>
            </a:extLst>
          </p:cNvPr>
          <p:cNvGraphicFramePr>
            <a:graphicFrameLocks noGrp="1"/>
          </p:cNvGraphicFramePr>
          <p:nvPr>
            <p:ph idx="1"/>
            <p:extLst>
              <p:ext uri="{D42A27DB-BD31-4B8C-83A1-F6EECF244321}">
                <p14:modId xmlns:p14="http://schemas.microsoft.com/office/powerpoint/2010/main" val="3257782913"/>
              </p:ext>
            </p:extLst>
          </p:nvPr>
        </p:nvGraphicFramePr>
        <p:xfrm>
          <a:off x="3977640" y="676656"/>
          <a:ext cx="4773168"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Lab &amp; Midterm Preparation</a:t>
            </a:r>
          </a:p>
        </p:txBody>
      </p:sp>
      <p:sp>
        <p:nvSpPr>
          <p:cNvPr id="3" name="Content Placeholder 2"/>
          <p:cNvSpPr>
            <a:spLocks noGrp="1"/>
          </p:cNvSpPr>
          <p:nvPr>
            <p:ph idx="1"/>
          </p:nvPr>
        </p:nvSpPr>
        <p:spPr/>
        <p:txBody>
          <a:bodyPr/>
          <a:lstStyle/>
          <a:p>
            <a:pPr>
              <a:defRPr sz="2000">
                <a:solidFill>
                  <a:srgbClr val="222222"/>
                </a:solidFill>
              </a:defRPr>
            </a:pPr>
            <a:r>
              <a:t>Lab: create reporting views, enforce constraints, build trigger-based audit history, and experiment with rollbacks</a:t>
            </a:r>
          </a:p>
          <a:p>
            <a:pPr>
              <a:defRPr sz="2000">
                <a:solidFill>
                  <a:srgbClr val="222222"/>
                </a:solidFill>
              </a:defRPr>
            </a:pPr>
            <a:r>
              <a:t>Deliver notebook outputs plus SQL scripts for reproducibility</a:t>
            </a:r>
          </a:p>
          <a:p>
            <a:pPr>
              <a:defRPr sz="2000">
                <a:solidFill>
                  <a:srgbClr val="222222"/>
                </a:solidFill>
              </a:defRPr>
            </a:pPr>
            <a:r>
              <a:t>Proposal kickoff: define project dataset, target users, preliminary ERD, and risk register</a:t>
            </a:r>
          </a:p>
          <a:p>
            <a:pPr>
              <a:defRPr sz="2000">
                <a:solidFill>
                  <a:srgbClr val="222222"/>
                </a:solidFill>
              </a:defRPr>
            </a:pPr>
            <a:r>
              <a:t>Next week: feedback on proposals and deeper dive into performance tuning prerequisites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653</TotalTime>
  <Words>2068</Words>
  <Application>Microsoft Macintosh PowerPoint</Application>
  <PresentationFormat>On-screen Show (4:3)</PresentationFormat>
  <Paragraphs>113</Paragraphs>
  <Slides>15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Arial</vt:lpstr>
      <vt:lpstr>Calibri</vt:lpstr>
      <vt:lpstr>Office Theme</vt:lpstr>
      <vt:lpstr>Week 4 — Advanced SQL &amp; Transaction Management</vt:lpstr>
      <vt:lpstr>Agenda</vt:lpstr>
      <vt:lpstr>Advanced SQL Building Blocks</vt:lpstr>
      <vt:lpstr>User-Defined Functions Overview  -- SQL vs PL/pgSQL function creation CREATE FUNCTION util.add_tax(amount numeric) RETURNS numeric LANGUAGE sql AS $$ SELECT amount * 1.08875; $$;  CREATE OR REPLACE FUNCTION audit.log_change() RETURNS trigger LANGUAGE plpgsql AS $$ BEGIN   INSERT INTO audit.log(table_name, payload)   VALUES (TG_TABLE_NAME, row_to_json(NEW));   RETURN NEW; END; $$;</vt:lpstr>
      <vt:lpstr>Creating PL/pgSQL Functions  CREATE OR REPLACE FUNCTION finance.apply_discount(     order_id uuid,     pct numeric ) RETURNS VOID LANGUAGE plpgsql AS $$ BEGIN   UPDATE orders      SET order_total = order_total * (1 - pct)    WHERE id = order_id;   PERFORM pg_notify('pricing', order_id::text); END; $$;</vt:lpstr>
      <vt:lpstr>Views &amp; Materialized Views  CREATE VIEW reporting.active_customers AS SELECT id, full_name, email   FROM customers  WHERE status = 'active';  grant select ON reporting.active_customers TO analyst;  CREATE MATERIALIZED VIEW reporting.monthly_sales AS SELECT date_trunc('month', created_at) AS month,        SUM(order_total) AS revenue   FROM orders  GROUP BY 1;</vt:lpstr>
      <vt:lpstr>Designing Robust Views  CREATE VIEW sales.premium_orders AS SELECT * FROM orders WHERE order_total &gt; 500 WITH CHECK OPTION;  ALTER VIEW sales.premium_orders SET (security_barrier = true);</vt:lpstr>
      <vt:lpstr>Constraint Toolbox  CREATE TABLE reservations (     id serial PRIMARY KEY,     room_id int NOT NULL,     starts_at tstzrange NOT NULL,     CONSTRAINT no_overlap       EXCLUDE USING gist (room_id WITH =, starts_at WITH &amp;&amp;) );  ALTER TABLE bookings   ADD CONSTRAINT price_positive CHECK (total &gt;= 0);</vt:lpstr>
      <vt:lpstr>Advanced Constraint Management  ALTER TABLE orders   ADD CONSTRAINT fk_customer   FOREIGN KEY (customer_id)   REFERENCES customers(id)   ON DELETE RESTRICT;  ALTER TABLE invoices   ADD CONSTRAINT invoices_unique   UNIQUE (invoice_number) DEFERRABLE INITIALLY DEFERRED;</vt:lpstr>
      <vt:lpstr>Trigger Fundamentals  CREATE OR REPLACE FUNCTION audit.order_history() RETURNS trigger LANGUAGE plpgsql AS $$ BEGIN   INSERT INTO audit.orders(order_id, payload, changed_at)   VALUES (NEW.id, row_to_json(NEW), now());   RETURN NEW; END; $$;  CREATE TRIGGER orders_after_update AFTER UPDATE ON orders FOR EACH ROW EXECUTE FUNCTION audit.order_history();</vt:lpstr>
      <vt:lpstr>Trigger Design Patterns  -- Denormalised counter update CREATE TRIGGER decrement_inventory AFTER INSERT ON order_items FOR EACH ROW EXECUTE FUNCTION inventory.log_sale();  -- Guard rail CREATE TRIGGER prevent_negative_balance BEFORE UPDATE ON accounts FOR EACH ROW WHEN (NEW.balance &lt; 0) EXECUTE FUNCTION util.raise_if_negative();</vt:lpstr>
      <vt:lpstr>Transactions &amp; ACID  BEGIN; UPDATE accounts SET balance = balance - 100 WHERE id = 1; UPDATE accounts SET balance = balance + 100 WHERE id = 2; COMMIT;  -- ROLLBACK if any statement fails  SET SESSION CHARACTERISTICS AS TRANSACTION ISOLATION LEVEL SERIALIZABLE;</vt:lpstr>
      <vt:lpstr>Isolation Levels &amp; Concurrency  -- Lock a row for transfer BEGIN; SET TRANSACTION ISOLATION LEVEL REPEATABLE READ; SELECT balance FROM accounts WHERE id = 1 FOR UPDATE; -- perform business logic COMMIT;  SELECT pid, wait_event, locktype   FROM pg_locks JOIN pg_stat_activity USING (pid)  WHERE wait_event IS NOT NULL; BEGIN; SET TRANSACTION ISOLATION LEVEL REPEATABLE READ; SELECT balance FROM accounts WHERE id = 1 FOR UPDATE; -- business logic here COMMIT;  SELECT pid, locktype, mode   FROM pg_locks  WHERE granted = false;</vt:lpstr>
      <vt:lpstr>Transaction Troubleshooting  -- Investigate deadlock victims SELECT log_time, pid, query   FROM pg_logical_slot_peek_changes('pg_logical', NULL, NULL)  WHERE message LIKE '%deadlock%';  SET lock_timeout = '3s'; SAVEPOINT before_large_batch; -- risky statement ROLLBACK TO SAVEPOINT before_large_batch; -- Watch for long-running statements SELECT pid, wait_event_type, wait_event, query   FROM pg_stat_activity  WHERE state = 'active';  -- Guard against blocking SET lock_timeout = '3s'; SAVEPOINT before_batch; -- risky statement here ROLLBACK TO SAVEPOINT before_batch;</vt:lpstr>
      <vt:lpstr>Lab &amp; Midterm Preparation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Atilio Barreda</cp:lastModifiedBy>
  <cp:revision>2</cp:revision>
  <dcterms:created xsi:type="dcterms:W3CDTF">2013-01-27T09:14:16Z</dcterms:created>
  <dcterms:modified xsi:type="dcterms:W3CDTF">2025-09-17T04:20:51Z</dcterms:modified>
  <cp:category/>
</cp:coreProperties>
</file>