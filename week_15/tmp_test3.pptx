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580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50978" y="1733550"/>
            <a:ext cx="54419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Embeddings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980011" y="2571750"/>
            <a:ext cx="518397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Concepts to MongoDB Atlas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47075" y="3196530"/>
            <a:ext cx="4449851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Semantic Search &amp; AI-Powered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Vector Embeddings?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Representations: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images, audio converted to arrays of numbers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 Vectors: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Typically 768-1536 dimensions (depends on model)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content maps to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Generated: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Created by neural networks trained on language patterns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Transformers Create Embeddings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 is broken into tokens (words/subwords)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token is mapped to a learned vector (embedding matrix)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981126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Positional encoding added (tells model word position in sequence)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4687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Multi-head attention enriches vectors with contextual relationships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99925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(High-Level)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INPUT: "healthy eating habits"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62286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093937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TOKENIZATION: ["healthy", "eating", "habits"]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01788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633439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EMBEDDINGS + POSITIONAL ENCODING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2941290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14400" y="3172941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MULTI-HEAD ATTENTION (context enrichment)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14400" y="3480792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↓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914400" y="3712443"/>
            <a:ext cx="7461504" cy="231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32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OUTPUT: Dense vector [0.234, -0.891, 0.456, ..., 0.123]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Space: The Geometry of Meaning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Space: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Similar concepts are positioned close in high-dimensional space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"cat", "dog", "pet" are vectors pointing in similar directions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Measurement: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Cosine similarity measures angle between vectors (0 to 1)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Cosine?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 computation, semantic accuracy, bounded range [-1, 1]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473" y="2137395"/>
            <a:ext cx="5288979" cy="158487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78762" y="1421160"/>
            <a:ext cx="45864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Similarity: The Math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85479" y="2442195"/>
            <a:ext cx="477296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cos(θ) = (A · B) / (||A|| × ||B||)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85479" y="2914576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Range: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-1 (opposite) to 1 (identical)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85479" y="3204121"/>
            <a:ext cx="4772967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0.85+ = semantically similar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33526"/>
            <a:ext cx="7924800" cy="109723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Semantic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6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feel anxious"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15380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(by cosine similarity):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200" y="23621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"I feel nervous"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57547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"I feel worried"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High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78881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"I feel happy" - </a:t>
            </a:r>
            <a:r>
              <a:rPr lang="en-US" sz="1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0.12</a:t>
            </a: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Low match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Embedding Models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 AI (voyage-3-large):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State-of-the-art, 1024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(text-embedding-3-small):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512 dimensions, production-ready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BERT/Sentence-BERT: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Open-source, 768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Impact: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= richer meaning, but slower/more storage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Vector Search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Integration: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search alongside operational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Stage: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Aggregation pipeline operator for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 vs ENN: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Approximate (fast) or Exact (accurate) Nearest Neighbor search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Combine vector search with traditional MongoDB filters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Vector Index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MongoDB for vector search with an index definition: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db.movies.createSearchIndex({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"name": "plot_embedding_index",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"definition":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"mappings": 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"fields": [{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"vector",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"plot_embedding",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"numDimensions": 1024,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"similarity": "cosine"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}]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20" dirty="0"/>
          </a:p>
          <a:p>
            <a:pPr marL="0" indent="0">
              <a:lnSpc>
                <a:spcPts val="2040"/>
              </a:lnSpc>
              <a:buNone/>
            </a:pPr>
            <a:r>
              <a:rPr lang="en-US" sz="102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Parameters Explained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name containing vector embeddings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Length of embedding vectors (1024 for Voyage-3-large)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 metric (cosine, euclidean, dotProduct)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Support: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index other fields for pre-filtering results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Query with $vectorSearch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semantic search using aggregation pipeline: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68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db.movies.aggregate([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$vectorSearch: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index: "plot_embedding_index",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path: "plot_embedding",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queryVector: [0.11, -0.22, 0.33, ...],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numCandidates: 100,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limit: 5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$project: {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title: 1, plot: 1,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score: { $meta: "vectorSearchScore"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960" dirty="0"/>
          </a:p>
          <a:p>
            <a:pPr marL="0" indent="0">
              <a:lnSpc>
                <a:spcPts val="1920"/>
              </a:lnSpc>
              <a:buNone/>
            </a:pPr>
            <a:r>
              <a:rPr lang="en-US" sz="96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$vectorSearch Parameters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queryVector: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search query converted to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Candidates to evaluate (higher = more accurate)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many results to return (top-k)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Pre-filter on other fields (genre, year, etc.)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17170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Hybrid Search + Filtering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semantic search with traditional database filters: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Implementation: Python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35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embeddings and perform search: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1691580"/>
            <a:ext cx="7924800" cy="253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from voyageai import Client as VoyageClient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Initialize clients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mongo_client = MongoClient("mongodb+srv://...")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 = mongo_client["sample_mflix"]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voyage = VoyageClient(api_key="...")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Generate embedding for query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 = "space exploration adventure"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query_embedding = voyage.embed(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query_text, model="voyage-3-large"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).embeddings[0]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Implementation: Vector Search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25835"/>
            <a:ext cx="7924800" cy="3055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Perform vector search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= db.embedded_movies.aggregate([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"$vectorSearch":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"index": "plot_embedding_index",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"path": "plot_embedding_voyage_3_large",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"queryVector": query_embedding,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"numCandidates": 100,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"limit": 5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"$project": {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"title": 1, "plot": 1,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"score": {"$meta": "vectorSearchScore"}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 }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])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doc in results:</a:t>
            </a:r>
            <a:endParaRPr lang="en-US" sz="840" dirty="0"/>
          </a:p>
          <a:p>
            <a:pPr marL="0" indent="0">
              <a:lnSpc>
                <a:spcPts val="1680"/>
              </a:lnSpc>
              <a:buNone/>
            </a:pPr>
            <a:r>
              <a:rPr lang="en-US" sz="84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print(f"{doc['title']}: {doc['score']:.4f}")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234731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3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 Embed data: Convert document text → vectors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400" y="1844055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 Store: Save vectors in MongoDB collection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914400" y="213367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3. Index: Create $vectorSearch index on vector field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914400" y="2423294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4. Query: Embed user search query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914400" y="271291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5. Search: Execute $vectorSearch aggregation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14400" y="3002533"/>
            <a:ext cx="7461504" cy="28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40"/>
              </a:lnSpc>
              <a:buNone/>
            </a:pPr>
            <a:r>
              <a:rPr lang="en-US" sz="114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6. Return: Get ranked results by cosine similarity</a:t>
            </a:r>
            <a:endParaRPr lang="en-US" sz="11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documents by meaning, not keywords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"Users who liked X also liked Y"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Detection: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similar issues/tickets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Cluster emotionally similar documents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Optimization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More = accurate but slower (1024 is sweet spot)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accuracy, lower speed tradeoff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Pre-filtering: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filters in $vectorSearch to reduce candidates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Atlas M10+ clusters required for vector search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Vector Search Limits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Dimensions: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4096 per embedding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Only: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available in Community Edition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Cluster: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M10 or higher tier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Position: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$vectorSearch must be first in pipeline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Models: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same embedding model for storage &amp; queries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Embeddings: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re-generating vectors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Costs: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calls for embedding generation add up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numCandidates: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high, optimize down for latency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t>title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t>body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5185" y="1630710"/>
            <a:ext cx="341355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t>title2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92729" y="2407890"/>
            <a:ext cx="45584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t>body2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460549" y="2826990"/>
            <a:ext cx="42228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makes vector search production-ready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536072" y="3246090"/>
            <a:ext cx="40717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with your operational data seamlessly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new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Macintosh PowerPoint</Application>
  <PresentationFormat>On-screen Show (16:9)</PresentationFormat>
  <Paragraphs>188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Courier New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Atilio Barreda</cp:lastModifiedBy>
  <cp:revision>1</cp:revision>
  <dcterms:created xsi:type="dcterms:W3CDTF">2025-12-02T22:30:54Z</dcterms:created>
  <dcterms:modified xsi:type="dcterms:W3CDTF">2025-12-02T22:31:17Z</dcterms:modified>
</cp:coreProperties>
</file>