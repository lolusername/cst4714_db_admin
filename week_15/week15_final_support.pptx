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15 — Final Project Support &amp; DB Admin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CST4714 Database Administration | Supabase + MongoDB Atlas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Ship final project deliverables with working admin evidence</a:t>
            </a:r>
          </a:p>
          <a:p>
            <a:pPr>
              <a:defRPr sz="2000"/>
            </a:pPr>
            <a:r>
              <a:t>Refresh Supabase (Postgres) and MongoDB Atlas admin basics</a:t>
            </a:r>
          </a:p>
          <a:p>
            <a:pPr>
              <a:defRPr sz="2000"/>
            </a:pPr>
            <a:r>
              <a:t>Study two real-world cases: Supabase (HappyTeams) and Atlas (Toyota Connected)</a:t>
            </a:r>
          </a:p>
          <a:p>
            <a:pPr>
              <a:defRPr sz="2000"/>
            </a:pPr>
            <a:r>
              <a:t>Hands-on checks: backups, HA/failover, security,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Design doc + data dictionary + ER/aggregation diagrams</a:t>
            </a:r>
          </a:p>
          <a:p>
            <a:pPr>
              <a:defRPr sz="2000"/>
            </a:pPr>
            <a:r>
              <a:t>Implementation scripts (DDL/collections, migrations, seed data)</a:t>
            </a:r>
          </a:p>
          <a:p>
            <a:pPr>
              <a:defRPr sz="2000"/>
            </a:pPr>
            <a:r>
              <a:t>Admin evidence: backup/restore drill, security roles/RLS/auditing, HA/replica test, monitoring/alerts</a:t>
            </a:r>
          </a:p>
          <a:p>
            <a:pPr>
              <a:defRPr sz="2000"/>
            </a:pPr>
            <a:r>
              <a:t>Slides (10–12 minutes) + written report; demo rehearsal done</a:t>
            </a:r>
          </a:p>
          <a:p>
            <a:pPr>
              <a:defRPr sz="2000"/>
            </a:pPr>
            <a:r>
              <a:t>Repo hygiene: README with setup/run steps, .env instructions, screenshots linked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Admin Refresher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Roles &amp; RLS: create database roles, map auth roles, enforce row-level policies per tenant/team</a:t>
            </a:r>
          </a:p>
          <a:p>
            <a:pPr>
              <a:defRPr sz="2000"/>
            </a:pPr>
            <a:r>
              <a:t>Backups &amp; recovery: verify PITR snapshots enabled; practice `pg_dump`/`pg_restore` to staging</a:t>
            </a:r>
          </a:p>
          <a:p>
            <a:pPr>
              <a:defRPr sz="2000"/>
            </a:pPr>
            <a:r>
              <a:t>Connection management: enable PgBouncer; pool short-lived connections from app/tests</a:t>
            </a:r>
          </a:p>
          <a:p>
            <a:pPr>
              <a:defRPr sz="2000"/>
            </a:pPr>
            <a:r>
              <a:t>Performance: index high-read queries; use EXPLAIN ANALYZE and pg_stat_statements</a:t>
            </a:r>
          </a:p>
          <a:p>
            <a:pPr>
              <a:defRPr sz="2000"/>
            </a:pPr>
            <a:r>
              <a:t>Monitoring/logs: Supabase dashboard + SQL log retention for audit trails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Quick Lab (15–20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a fresh dump/restore of your project DB into a sandbox project</a:t>
            </a:r>
          </a:p>
          <a:p>
            <a:pPr>
              <a:defRPr sz="2000"/>
            </a:pPr>
            <a:r>
              <a:t>List active RLS policies and test an access denial + allowed query</a:t>
            </a:r>
          </a:p>
          <a:p>
            <a:pPr>
              <a:defRPr sz="2000"/>
            </a:pPr>
            <a:r>
              <a:t>Turn on PgBouncer and rerun your busiest query; record latency delta</a:t>
            </a:r>
          </a:p>
          <a:p>
            <a:pPr>
              <a:defRPr sz="2000"/>
            </a:pPr>
            <a:r>
              <a:t>Capture one screenshot of logs/metrics showing recent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Atlas Admin Refresher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Indexing: match filter→sort→projection order; confirm with `explain('executionStats')`</a:t>
            </a:r>
          </a:p>
          <a:p>
            <a:pPr>
              <a:defRPr sz="2000"/>
            </a:pPr>
            <a:r>
              <a:t>Backups: on-demand snapshot + point-in-time restore target; document restore steps</a:t>
            </a:r>
          </a:p>
          <a:p>
            <a:pPr>
              <a:defRPr sz="2000"/>
            </a:pPr>
            <a:r>
              <a:t>Replica health: review replica set status, election metrics, and alert thresholds</a:t>
            </a:r>
          </a:p>
          <a:p>
            <a:pPr>
              <a:defRPr sz="2000"/>
            </a:pPr>
            <a:r>
              <a:t>Profiler &amp; Performance Advisor: grab one slow query and tune it</a:t>
            </a:r>
          </a:p>
          <a:p>
            <a:pPr>
              <a:defRPr sz="2000"/>
            </a:pPr>
            <a:r>
              <a:t>Network &amp; access: IP allowlists/VPC peering, per-service users, SRV strings stored in secrets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Quick Lab (15–20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Take a snapshot and restore a small collection to a new database</a:t>
            </a:r>
          </a:p>
          <a:p>
            <a:pPr>
              <a:defRPr sz="2000"/>
            </a:pPr>
            <a:r>
              <a:t>Failover test: trigger a controlled election and confirm app retries succeed</a:t>
            </a:r>
          </a:p>
          <a:p>
            <a:pPr>
              <a:defRPr sz="2000"/>
            </a:pPr>
            <a:r>
              <a:t>Add or adjust one compound index; capture before/after `totalDocsExamined`</a:t>
            </a:r>
          </a:p>
          <a:p>
            <a:pPr>
              <a:defRPr sz="2000"/>
            </a:pPr>
            <a:r>
              <a:t>Enable profiler at slow-ms threshold; export one log line for your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Supabase (HappyTeams)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Source: https://supabase.com/blog/case-study-happyteams (Feb 2023)</a:t>
            </a:r>
          </a:p>
          <a:p>
            <a:pPr>
              <a:defRPr sz="2000"/>
            </a:pPr>
            <a:r>
              <a:t>Context: startup migrated from Heroku Postgres to Supabase to fix connection limits and slowness</a:t>
            </a:r>
          </a:p>
          <a:p>
            <a:pPr>
              <a:defRPr sz="2000"/>
            </a:pPr>
            <a:r>
              <a:t>Admin wins: PgBouncer pooling, faster performance, responsive support, lower cost</a:t>
            </a:r>
          </a:p>
          <a:p>
            <a:pPr>
              <a:defRPr sz="2000"/>
            </a:pPr>
            <a:r>
              <a:t>Takeaway for projects: plan connection pooling + backups early; lean on docs/support to unblock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MongoDB Atlas (Toyota Connected)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Source: https://www.mongodb.com/solutions/customer-case-studies/toyota-connected</a:t>
            </a:r>
          </a:p>
          <a:p>
            <a:pPr>
              <a:defRPr sz="2000"/>
            </a:pPr>
            <a:r>
              <a:t>Context: telematics platform for 9M+ vehicles; needed 99.99% availability for Safety Connect</a:t>
            </a:r>
          </a:p>
          <a:p>
            <a:pPr>
              <a:defRPr sz="2000"/>
            </a:pPr>
            <a:r>
              <a:t>Admin wins: migrated to Atlas on AWS, 20 DBs, replica sets, cross-region resilience, minimal DBA overhead</a:t>
            </a:r>
          </a:p>
          <a:p>
            <a:pPr>
              <a:defRPr sz="2000"/>
            </a:pPr>
            <a:r>
              <a:t>Takeaway for projects: design for failover and latency; test elections and backup restores before go-live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Resilience Drills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Pick one read-heavy and one write-heavy path; measure before/after after index or pooling changes</a:t>
            </a:r>
          </a:p>
          <a:p>
            <a:pPr>
              <a:defRPr sz="2000"/>
            </a:pPr>
            <a:r>
              <a:t>Run one backup/restore (Supabase or Atlas) and log duration + validation query</a:t>
            </a:r>
          </a:p>
          <a:p>
            <a:pPr>
              <a:defRPr sz="2000"/>
            </a:pPr>
            <a:r>
              <a:t>Execute a failover/election test and confirm app retries; capture timestamps</a:t>
            </a:r>
          </a:p>
          <a:p>
            <a:pPr>
              <a:defRPr sz="2000"/>
            </a:pPr>
            <a:r>
              <a:t>Update runbook with commands, screenshots, and owners for each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&amp; Demo Flow (10–12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Scenario + users + problem (1–2 min)</a:t>
            </a:r>
          </a:p>
          <a:p>
            <a:pPr>
              <a:defRPr sz="2000"/>
            </a:pPr>
            <a:r>
              <a:t>Architecture &amp; data model (2–3 min): schemas/collections, why SQL vs document</a:t>
            </a:r>
          </a:p>
          <a:p>
            <a:pPr>
              <a:defRPr sz="2000"/>
            </a:pPr>
            <a:r>
              <a:t>Admin controls (3–4 min): backup/restore, security/RLS or roles, HA/replication, monitoring</a:t>
            </a:r>
          </a:p>
          <a:p>
            <a:pPr>
              <a:defRPr sz="2000"/>
            </a:pPr>
            <a:r>
              <a:t>Live demo (3–4 min): core query/path + failure/restore evidence</a:t>
            </a:r>
          </a:p>
          <a:p>
            <a:pPr>
              <a:defRPr sz="2000"/>
            </a:pPr>
            <a:r>
              <a:t>Wrap (1 min): lessons learned + next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Time &amp; Desk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Teams: prioritize blockers (auth, migrations, HA tests, monitoring) before polishing slides</a:t>
            </a:r>
          </a:p>
          <a:p>
            <a:pPr>
              <a:defRPr sz="2000"/>
            </a:pPr>
            <a:r>
              <a:t>Instructor: 10–15 minute rotations; arrive with one question + artifact (log, script, screenshot)</a:t>
            </a:r>
          </a:p>
          <a:p>
            <a:pPr>
              <a:defRPr sz="2000"/>
            </a:pPr>
            <a:r>
              <a:t>Capture decisions in repo README/runbook as you 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