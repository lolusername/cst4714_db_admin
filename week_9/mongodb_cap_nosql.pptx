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9 — MongoDB Philosophy &amp; CAP Trade-offs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CST4714 Database Administration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Warm-up &amp; CAP theorem refresher</a:t>
            </a:r>
          </a:p>
          <a:p>
            <a:r>
              <a:t>CAP trade-offs in deployed systems</a:t>
            </a:r>
          </a:p>
          <a:p>
            <a:r>
              <a:t>NoSQL families and philosophies</a:t>
            </a:r>
          </a:p>
          <a:p>
            <a:r>
              <a:t>MongoDB Atlas workflow &amp; scripting</a:t>
            </a:r>
          </a:p>
          <a:p>
            <a:r>
              <a:t>Notebook lab: consistency levers</a:t>
            </a:r>
          </a:p>
          <a:p>
            <a:r>
              <a:t>Resources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 Theorem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systems can only guarantee two of Consistency, Availability, Partition tolerance at any moment.</a:t>
            </a:r>
          </a:p>
          <a:p>
            <a:r>
              <a:t>Consistency: every client reads the latest committed write.</a:t>
            </a:r>
          </a:p>
          <a:p>
            <a:r>
              <a:t>Availability: every request receives a response (success/failure).</a:t>
            </a:r>
          </a:p>
          <a:p>
            <a:r>
              <a:t>Partition tolerance: system keeps operating despite network splits.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 Scenario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Replica set with nodes in NYC and Dublin loses cross-Atlantic link.</a:t>
            </a:r>
          </a:p>
          <a:p>
            <a:r>
              <a:t>Consistency-first choice: block writes in Dublin until link heals.</a:t>
            </a:r>
          </a:p>
          <a:p>
            <a:r>
              <a:t>Availability-first choice: accept Dublin writes, reconcile conflicts later.</a:t>
            </a:r>
          </a:p>
          <a:p>
            <a:r>
              <a:t>Discuss how client retry logic and business SLAs drive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 in the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Atlas: tunable — CP with transactions, AP via relaxed reads.</a:t>
            </a:r>
          </a:p>
          <a:p>
            <a:r>
              <a:t>Apache Cassandra: AP by default with tunable consistency per query.</a:t>
            </a:r>
          </a:p>
          <a:p>
            <a:r>
              <a:t>Redis: CP in single primary mode; Redis Cluster trades toward AP.</a:t>
            </a:r>
          </a:p>
          <a:p>
            <a:r>
              <a:t>Neo4j: CA on a single instance; Fabric deployments balance C/P.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NoSQL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Key-Value: optimized for simple gets/puts with minimal latency.</a:t>
            </a:r>
          </a:p>
          <a:p>
            <a:r>
              <a:t>Document: aggregates stored as JSON-like documents with flexible schema.</a:t>
            </a:r>
          </a:p>
          <a:p>
            <a:r>
              <a:t>Column-Family: write-optimized wide rows for time-series and IoT workloads.</a:t>
            </a:r>
          </a:p>
          <a:p>
            <a:r>
              <a:t>Graph: relationships are first-class; pattern matching traverses edges efficiently.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 Quick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cases: caching, session state, leaderboard analytics.</a:t>
            </a:r>
          </a:p>
          <a:p>
            <a:r>
              <a:t>Data structures: strings, hashes, lists, sets, sorted sets.</a:t>
            </a:r>
          </a:p>
          <a:p>
            <a:r>
              <a:t>Sample commands: SET session:123 '{ "user": "Leila" }'; HGETALL user:42.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Quick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cases: content platforms, catalogs, event logs.</a:t>
            </a:r>
          </a:p>
          <a:p>
            <a:r>
              <a:t>Document model aligns with application objects.</a:t>
            </a:r>
          </a:p>
          <a:p>
            <a:r>
              <a:t>Sample query: db.products.find({ category: 'smart home' }, { name: 1, price: 1 }).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Cassandra Quick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cases: high-ingest telemetry, messaging, time-series.</a:t>
            </a:r>
          </a:p>
          <a:p>
            <a:r>
              <a:t>Partition keys and clustering columns shape query patterns.</a:t>
            </a:r>
          </a:p>
          <a:p>
            <a:r>
              <a:t>CQL: SELECT temperature FROM telemetry_by_device WHERE device_id='sensor-9' AND bucket='2025-03-01';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Neo4j Quick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cases: fraud detection, recommendation engines, network analysis.</a:t>
            </a:r>
          </a:p>
          <a:p>
            <a:r>
              <a:t>Graph traversals reveal multi-hop relationships.</a:t>
            </a:r>
          </a:p>
          <a:p>
            <a:r>
              <a:t>Cypher: MATCH (a:User)-[:FOLLOWS]-&gt;(b:User) RETURN a.name, b.name LIMIT 5;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Polyglot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Blend models per workload: cache, transactional core, analytics graph.</a:t>
            </a:r>
          </a:p>
          <a:p>
            <a:r>
              <a:t>Guardrails: data ownership, replication topology, data movement cost.</a:t>
            </a:r>
          </a:p>
          <a:p>
            <a:r>
              <a:t>DBAs broker SLAs and align governance across diverse datastores.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Cluster Creation (2025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Projects → create/select project.</a:t>
            </a:r>
          </a:p>
          <a:p>
            <a:r>
              <a:t>Deployment → Database → Create Deployment → Shared (M0).</a:t>
            </a:r>
          </a:p>
          <a:p>
            <a:r>
              <a:t>Name cluster, pick cloud + region, review default settings.</a:t>
            </a:r>
          </a:p>
          <a:p>
            <a:r>
              <a:t>Create database user &amp; password; set network access IP list.</a:t>
            </a:r>
          </a:p>
          <a:p>
            <a:r>
              <a:t>Click Create Deployment; wait ~3 minutes, then load sample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MongoDB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automation in .js files runnable via mongosh scripting API.</a:t>
            </a:r>
          </a:p>
          <a:p>
            <a:r>
              <a:t>Command: mongosh --file week_9/sample_mongodb_script.js &lt;connection string&gt; --username &lt;user&gt;.</a:t>
            </a:r>
          </a:p>
          <a:p>
            <a:r>
              <a:t>Ensure environment variables or secrets manager protect credentials.</a:t>
            </a:r>
          </a:p>
          <a:p>
            <a:r>
              <a:t>Review script output for writeConcern and validation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Lab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 CAP trade-offs with interactive charting.</a:t>
            </a:r>
          </a:p>
          <a:p>
            <a:r>
              <a:t>Toggle readPreference and writeConcern using pymongo.</a:t>
            </a:r>
          </a:p>
          <a:p>
            <a:r>
              <a:t>Capture observations on latency vs. staleness for reflection.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University: Schema Design Patterns &amp; Anti-Patterns course.</a:t>
            </a:r>
          </a:p>
          <a:p>
            <a:r>
              <a:t>Docs: readConcern, writeConcern, schema validation, change streams.</a:t>
            </a:r>
          </a:p>
          <a:p>
            <a:r>
              <a:t>Prep for Week 10: performance tuning, index design, workload profiling.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