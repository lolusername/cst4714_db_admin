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is the second class day of Week 5, and our goal is to run a complete concurrency incident workflow.</a:t>
            </a:r>
          </a:p>
          <a:p>
            <a:r>
              <a:t>The focus is not just writing SQL commands.</a:t>
            </a:r>
          </a:p>
          <a:p>
            <a:r>
              <a:t>The focus is making good operational decisions under a clear process.</a:t>
            </a:r>
          </a:p>
          <a:p>
            <a:r>
              <a:t>By the end of this session, you should be able to reproduce blocking intentionally, capture diagnostic evidence while the wait is active, choose a safe mitigation, verify final data state, and submit a concise incident report.</a:t>
            </a:r>
          </a:p>
          <a:p>
            <a:r>
              <a:t>Everything in this deck maps directly to the Day 2 lab file.</a:t>
            </a:r>
          </a:p>
          <a:p>
            <a:r>
              <a:t>If you follow the sequence here, the lab should feel coherent and manageable.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goal today is process quality.</a:t>
            </a:r>
          </a:p>
          <a:p>
            <a:r>
              <a:t>You already saw transaction syntax on Day 1.</a:t>
            </a:r>
          </a:p>
          <a:p>
            <a:r>
              <a:t>Today we apply those ideas in a response sequence that mirrors real database operations.</a:t>
            </a:r>
          </a:p>
          <a:p>
            <a:r>
              <a:t>You will not be graded on speed hacks or fancy SQL.</a:t>
            </a:r>
          </a:p>
          <a:p>
            <a:r>
              <a:t>You will be graded on whether your team can run the workflow cleanly, with evidence at the right moments.</a:t>
            </a:r>
          </a:p>
          <a:p>
            <a:r>
              <a:t>That means baseline first, incident trigger second, diagnostics third, mitigation fourth, and verification fifth.</a:t>
            </a:r>
          </a:p>
          <a:p>
            <a:r>
              <a:t>This ordering is the key to coherence for the entire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lab uses a scaffolded sequence.</a:t>
            </a:r>
          </a:p>
          <a:p>
            <a:r>
              <a:t>First, we do one complete worked example together.</a:t>
            </a:r>
          </a:p>
          <a:p>
            <a:r>
              <a:t>Second, teams repeat the flow with guidance and explicit roles.</a:t>
            </a:r>
          </a:p>
          <a:p>
            <a:r>
              <a:t>Third, teams run a shorter independent challenge with less prompting.</a:t>
            </a:r>
          </a:p>
          <a:p>
            <a:r>
              <a:t>This structure reduces confusion and supports better transfer to new cases.</a:t>
            </a:r>
          </a:p>
          <a:p>
            <a:r>
              <a:t>We finish with brief reflection prompts so you can consolidate what mattered and why.</a:t>
            </a:r>
          </a:p>
          <a:p>
            <a:r>
              <a:t>This is intentional instructional design, not a random activity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timing for class.</a:t>
            </a:r>
          </a:p>
          <a:p>
            <a:r>
              <a:t>We start by establishing model and constraints.</a:t>
            </a:r>
          </a:p>
          <a:p>
            <a:r>
              <a:t>Then we refresh the minimum concurrency mechanics you need.</a:t>
            </a:r>
          </a:p>
          <a:p>
            <a:r>
              <a:t>Next we focus on diagnostics, because mitigation without diagnosis is guesswork.</a:t>
            </a:r>
          </a:p>
          <a:p>
            <a:r>
              <a:t>After that we run the lab phases.</a:t>
            </a:r>
          </a:p>
          <a:p>
            <a:r>
              <a:t>Finally we package submissions and debrief.</a:t>
            </a:r>
          </a:p>
          <a:p>
            <a:r>
              <a:t>If we stay aligned to this timeline, every team should complete the lab with clean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we run anything, verify your working setup.</a:t>
            </a:r>
          </a:p>
          <a:p>
            <a:r>
              <a:t>Wrong project mistakes are expensive and avoidable.</a:t>
            </a:r>
          </a:p>
          <a:p>
            <a:r>
              <a:t>Open three SQL Editor tabs now and label them clearly.</a:t>
            </a:r>
          </a:p>
          <a:p>
            <a:r>
              <a:t>Open the Day 2 lab file and keep it visible.</a:t>
            </a:r>
          </a:p>
          <a:p>
            <a:r>
              <a:t>Pick a target memid and record original firstname and surname so cleanup is easy later.</a:t>
            </a:r>
          </a:p>
          <a:p>
            <a:r>
              <a:t>Create your screenshot folder now to avoid losing evidence during the incident rounds.</a:t>
            </a:r>
          </a:p>
          <a:p>
            <a:r>
              <a:t>This two-minute setup step prevents most organizational failures in the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items define success today.</a:t>
            </a:r>
          </a:p>
          <a:p>
            <a:r>
              <a:t>If one is missing, the report quality drops.</a:t>
            </a:r>
          </a:p>
          <a:p>
            <a:r>
              <a:t>The most common miss is diagnostic timing.</a:t>
            </a:r>
          </a:p>
          <a:p>
            <a:r>
              <a:t>Teams often run diagnostics after the wait is gone, which weakens their evidence.</a:t>
            </a:r>
          </a:p>
          <a:p>
            <a:r>
              <a:t>Remember: capture evidence during the active wait, then mitigate, then verify.</a:t>
            </a:r>
          </a:p>
          <a:p>
            <a:r>
              <a:t>That is the operational order we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section we cover the exact concepts needed to execute the lab reliably.</a:t>
            </a:r>
          </a:p>
          <a:p>
            <a:r>
              <a:t>We keep this practical and focused on behaviors you can observe directly in Supabase SQL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of explicit transactions as a simple state machine.</a:t>
            </a:r>
          </a:p>
          <a:p>
            <a:r>
              <a:t>Begin enters transaction scope.</a:t>
            </a:r>
          </a:p>
          <a:p>
            <a:r>
              <a:t>Inside that scope, writes are provisional.</a:t>
            </a:r>
          </a:p>
          <a:p>
            <a:r>
              <a:t>Commit makes them durable.</a:t>
            </a:r>
          </a:p>
          <a:p>
            <a:r>
              <a:t>Rollback discards them.</a:t>
            </a:r>
          </a:p>
          <a:p>
            <a:r>
              <a:t>For today, the key fact is that an open write transaction can hold row locks.</a:t>
            </a:r>
          </a:p>
          <a:p>
            <a:r>
              <a:t>That lock hold is what creates the waiting condition we need to diagnose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incident is intentionally simple.</a:t>
            </a:r>
          </a:p>
          <a:p>
            <a:r>
              <a:t>Session A updates one target row and stays open.</a:t>
            </a:r>
          </a:p>
          <a:p>
            <a:r>
              <a:t>Session B tries to update that same row and waits.</a:t>
            </a:r>
          </a:p>
          <a:p>
            <a:r>
              <a:t>This is expected behavior from PostgreSQL lock coordination, not a bug.</a:t>
            </a:r>
          </a:p>
          <a:p>
            <a:r>
              <a:t>The lab is about recognizing this pattern quickly and responding safely.</a:t>
            </a:r>
          </a:p>
          <a:p>
            <a:r>
              <a:t>If you can explain this sequence clearly, you can explain most beginner-level blocking incidents.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timeline model throughout the lab.</a:t>
            </a:r>
          </a:p>
          <a:p>
            <a:r>
              <a:t>It keeps everyone synchronized and prevents random query execution.</a:t>
            </a:r>
          </a:p>
          <a:p>
            <a:r>
              <a:t>The timeline also maps directly to your submission narrative.</a:t>
            </a:r>
          </a:p>
          <a:p>
            <a:r>
              <a:t>When writing your report, structure it around these five time points.</a:t>
            </a:r>
          </a:p>
          <a:p>
            <a:r>
              <a:t>That makes the root cause and mitigation easy to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lab failures are predictable.</a:t>
            </a:r>
          </a:p>
          <a:p>
            <a:r>
              <a:t>If blocking does not appear, first check row targeting and transaction state.</a:t>
            </a:r>
          </a:p>
          <a:p>
            <a:r>
              <a:t>If evidence is weak, check whether diagnostics were captured during the active wait.</a:t>
            </a:r>
          </a:p>
          <a:p>
            <a:r>
              <a:t>If your report is hard to follow, add short timestamps per event.</a:t>
            </a:r>
          </a:p>
          <a:p>
            <a:r>
              <a:t>If test suffixes remain in data, cleanup was incomplete.</a:t>
            </a:r>
          </a:p>
          <a:p>
            <a:r>
              <a:t>Use this as your troubleshooting checklist before asking for rescue.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Supabase SQL Editor, explicit transaction commands work.</a:t>
            </a:r>
          </a:p>
          <a:p>
            <a:r>
              <a:t>You can use begin, commit, and rollback directly.</a:t>
            </a:r>
          </a:p>
          <a:p>
            <a:r>
              <a:t>However, dashboard timeout behavior exists, so avoid leaving sessions open unnecessarily long.</a:t>
            </a:r>
          </a:p>
          <a:p>
            <a:r>
              <a:t>For this lab, hold locks only as long as needed to capture evidence.</a:t>
            </a:r>
          </a:p>
          <a:p>
            <a:r>
              <a:t>If behavior seems odd, inspect session state before attempting cancellation.</a:t>
            </a:r>
          </a:p>
          <a:p>
            <a:r>
              <a:t>Random cancellation usually creates more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focus on diagnostics.</a:t>
            </a:r>
          </a:p>
          <a:p>
            <a:r>
              <a:t>The Observer role is central in this lab because evidence quality depends on these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Observer is the evidence lead.</a:t>
            </a:r>
          </a:p>
          <a:p>
            <a:r>
              <a:t>Run diagnostics while Session B is actively waiting.</a:t>
            </a:r>
          </a:p>
          <a:p>
            <a:r>
              <a:t>Capture screenshots at baseline, waiting state, diagnostics output, and final verification.</a:t>
            </a:r>
          </a:p>
          <a:p>
            <a:r>
              <a:t>Record rough timestamps in notes.</a:t>
            </a:r>
          </a:p>
          <a:p>
            <a:r>
              <a:t>During write-up, map each claim to a specific query result.</a:t>
            </a:r>
          </a:p>
          <a:p>
            <a:r>
              <a:t>This is the difference between narrative and evidence-based incident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query is your main diagnostic tool for the lab.</a:t>
            </a:r>
          </a:p>
          <a:p>
            <a:r>
              <a:t>It lets you view active sessions, waiting context, and blocker mapping.</a:t>
            </a:r>
          </a:p>
          <a:p>
            <a:r>
              <a:t>The blocking pids function is especially useful because it ties waiter to blocker directly.</a:t>
            </a:r>
          </a:p>
          <a:p>
            <a:r>
              <a:t>Filter to current database and non-idle sessions to reduce noise.</a:t>
            </a:r>
          </a:p>
          <a:p>
            <a:r>
              <a:t>Again, run this while Session B is still waiting.</a:t>
            </a:r>
          </a:p>
          <a:p>
            <a:r>
              <a:t>Timing is everything for useful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 these columns as a chain of evidence.</a:t>
            </a:r>
          </a:p>
          <a:p>
            <a:r>
              <a:t>PID identifies the session.</a:t>
            </a:r>
          </a:p>
          <a:p>
            <a:r>
              <a:t>State and transaction start tell you whether it is active and how long it has been open.</a:t>
            </a:r>
          </a:p>
          <a:p>
            <a:r>
              <a:t>Wait event fields indicate waiting behavior.</a:t>
            </a:r>
          </a:p>
          <a:p>
            <a:r>
              <a:t>Blocking pids gives the direct blocking relationship.</a:t>
            </a:r>
          </a:p>
          <a:p>
            <a:r>
              <a:t>When your team can read these five fields confidently, the incident report becomes straightforward.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checklist as you work.</a:t>
            </a:r>
          </a:p>
          <a:p>
            <a:r>
              <a:t>Missing one screenshot usually creates a gap in logic.</a:t>
            </a:r>
          </a:p>
          <a:p>
            <a:r>
              <a:t>The strongest submissions show clean before, during, and after evidence.</a:t>
            </a:r>
          </a:p>
          <a:p>
            <a:r>
              <a:t>That allows quick grading and demonstrates real operational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Phase 1, we run one full incident cycle together.</a:t>
            </a:r>
          </a:p>
          <a:p>
            <a:r>
              <a:t>Copy the commands exactly so everyone starts from the same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running incident SQL, establish baseline and role clarity.</a:t>
            </a:r>
          </a:p>
          <a:p>
            <a:r>
              <a:t>Choose one target row and record original values.</a:t>
            </a:r>
          </a:p>
          <a:p>
            <a:r>
              <a:t>Capture baseline screenshot now.</a:t>
            </a:r>
          </a:p>
          <a:p>
            <a:r>
              <a:t>Make sure Observer has the diagnostics query ready to execute quickly during wait.</a:t>
            </a:r>
          </a:p>
          <a:p>
            <a:r>
              <a:t>This setup determines whether the rest of the phase is smooth.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gives the exact command sequence for Phase 1.</a:t>
            </a:r>
          </a:p>
          <a:p>
            <a:r>
              <a:t>Students can copy these commands directly.</a:t>
            </a:r>
          </a:p>
          <a:p>
            <a:r>
              <a:t>The key behavior is that Session A stays open after its update.</a:t>
            </a:r>
          </a:p>
          <a:p>
            <a:r>
              <a:t>That open transaction creates the lock hold that makes Session B wait.</a:t>
            </a:r>
          </a:p>
          <a:p>
            <a:r>
              <a:t>Observer must run diagnostics before Session A ends.</a:t>
            </a:r>
          </a:p>
          <a:p>
            <a:r>
              <a:t>Then both sessions roll back to leave data unchanged after the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diagnostics query for Day 2.</a:t>
            </a:r>
          </a:p>
          <a:p>
            <a:r>
              <a:t>Run it only while Session B is waiting.</a:t>
            </a:r>
          </a:p>
          <a:p>
            <a:r>
              <a:t>The blocking pids output gives direct blocker mapping.</a:t>
            </a:r>
          </a:p>
          <a:p>
            <a:r>
              <a:t>That mapping is what makes your root-cause statement concrete instead of speculative.</a:t>
            </a:r>
          </a:p>
          <a:p>
            <a:r>
              <a:t>Capture a screenshot of this query output before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sequence for the worked example.</a:t>
            </a:r>
          </a:p>
          <a:p>
            <a:r>
              <a:t>Session A creates lock hold.</a:t>
            </a:r>
          </a:p>
          <a:p>
            <a:r>
              <a:t>Session B triggers the wait.</a:t>
            </a:r>
          </a:p>
          <a:p>
            <a:r>
              <a:t>Observer captures evidence during that waiting window.</a:t>
            </a:r>
          </a:p>
          <a:p>
            <a:r>
              <a:t>Then Session A rolls back to release lock.</a:t>
            </a:r>
          </a:p>
          <a:p>
            <a:r>
              <a:t>After unblocking, Session B also rolls back.</a:t>
            </a:r>
          </a:p>
          <a:p>
            <a:r>
              <a:t>This closes the example cleanly and avoids unintended persistent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outcomes should appear in every team during Phase 1.</a:t>
            </a:r>
          </a:p>
          <a:p>
            <a:r>
              <a:t>If they do not, revisit row targeting and transaction status.</a:t>
            </a:r>
          </a:p>
          <a:p>
            <a:r>
              <a:t>Do not proceed to Phase 2 until your team can explain the blocker-waiter relationship in one clear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Phase 2, teams repeat the cycle with role rotation and slightly more independence.</a:t>
            </a:r>
          </a:p>
          <a:p>
            <a:r>
              <a:t>This is where you build fluency.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now so each student practices a different responsibility.</a:t>
            </a:r>
          </a:p>
          <a:p>
            <a:r>
              <a:t>During execution, announce actions out loud.</a:t>
            </a:r>
          </a:p>
          <a:p>
            <a:r>
              <a:t>This keeps timeline notes accurate and reduces accidental command overlap.</a:t>
            </a:r>
          </a:p>
          <a:p>
            <a:r>
              <a:t>Clear communication is part of incident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guided Step A, recreate the wait condition on the same target row.</a:t>
            </a:r>
          </a:p>
          <a:p>
            <a:r>
              <a:t>Keep Session A open.</a:t>
            </a:r>
          </a:p>
          <a:p>
            <a:r>
              <a:t>Session B should wait.</a:t>
            </a:r>
          </a:p>
          <a:p>
            <a:r>
              <a:t>Pause here and do not mitigate yet.</a:t>
            </a:r>
          </a:p>
          <a:p>
            <a:r>
              <a:t>The next required action is diagnostics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commands for the guided team run.</a:t>
            </a:r>
          </a:p>
          <a:p>
            <a:r>
              <a:t>They are intentionally similar to Phase 1, but now students choose mitigation and justify it.</a:t>
            </a:r>
          </a:p>
          <a:p>
            <a:r>
              <a:t>Keep execution sequence strict: trigger wait, diagnose during wait, mitigate, verify, cleanup.</a:t>
            </a:r>
          </a:p>
          <a:p>
            <a:r>
              <a:t>If students change order, evidence quality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gather evidence.</a:t>
            </a:r>
          </a:p>
          <a:p>
            <a:r>
              <a:t>Run diagnostics query, capture screenshot, and note timestamp.</a:t>
            </a:r>
          </a:p>
          <a:p>
            <a:r>
              <a:t>Before mitigation, ensure your team agrees on one root-cause sentence based on data, not intuition.</a:t>
            </a:r>
          </a:p>
          <a:p>
            <a:r>
              <a:t>This short pause improves report quality substantially.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Mitigation is a decision point.</a:t>
            </a:r>
          </a:p>
          <a:p>
            <a:r>
              <a:t>Session A chooses commit or rollback and explains why.</a:t>
            </a:r>
          </a:p>
          <a:p>
            <a:r>
              <a:t>After Session B unblocks, Session B rolls back to prevent accidental persistence in this training lab.</a:t>
            </a:r>
          </a:p>
          <a:p>
            <a:r>
              <a:t>Then verify final row state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and cleanup close the incident cycle.</a:t>
            </a:r>
          </a:p>
          <a:p>
            <a:r>
              <a:t>Confirm final row values.</a:t>
            </a:r>
          </a:p>
          <a:p>
            <a:r>
              <a:t>Restore original data when needed.</a:t>
            </a:r>
          </a:p>
          <a:p>
            <a:r>
              <a:t>Capture final evidence and append all queries to your SQL file.</a:t>
            </a:r>
          </a:p>
          <a:p>
            <a:r>
              <a:t>No incident is complete until data state is known and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checkpoint before moving to independent challenge.</a:t>
            </a:r>
          </a:p>
          <a:p>
            <a:r>
              <a:t>If any answer is no, fix that gap now.</a:t>
            </a:r>
          </a:p>
          <a:p>
            <a:r>
              <a:t>Strong phase-two completion predicts strong final submissions.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is shorter and less guided.</a:t>
            </a:r>
          </a:p>
          <a:p>
            <a:r>
              <a:t>Teams repeat the full workflow on a new row with minimal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independent challenge, use a different member id.</a:t>
            </a:r>
          </a:p>
          <a:p>
            <a:r>
              <a:t>Run one complete incident cycle without instructor step-by-step prompts.</a:t>
            </a:r>
          </a:p>
          <a:p>
            <a:r>
              <a:t>Your deliverables should still show clear baseline, wait evidence, mitigation, and closure.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five-line structure in your brief write-up.</a:t>
            </a:r>
          </a:p>
          <a:p>
            <a:r>
              <a:t>It keeps your report concise and technically defensible.</a:t>
            </a:r>
          </a:p>
          <a:p>
            <a:r>
              <a:t>Do not write long narrative paragraphs without evidence references.</a:t>
            </a:r>
          </a:p>
          <a:p>
            <a:r>
              <a:t>Short, specific, and evidence-linked writing is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2 submission is intentionally lightweight.</a:t>
            </a:r>
          </a:p>
          <a:p>
            <a:r>
              <a:t>Submit one short write-up, one SQL file, and one screenshot folder.</a:t>
            </a:r>
          </a:p>
          <a:p>
            <a:r>
              <a:t>Order files chronologically so reviewers can follow your incident timeline fast.</a:t>
            </a:r>
          </a:p>
          <a:p>
            <a:r>
              <a:t>Focus on quality and coherence, not document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Rubric points map directly to the workflow we practiced.</a:t>
            </a:r>
          </a:p>
          <a:p>
            <a:r>
              <a:t>If your team follows sequence discipline and captures evidence at correct times, full credit is realistic.</a:t>
            </a:r>
          </a:p>
          <a:p>
            <a:r>
              <a:t>Most lost points come from missing diagnostic timing or weak final verification.</a:t>
            </a:r>
          </a:p>
          <a:p>
            <a:r>
              <a:t>Use the rubric as a checklist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your team gets stuck, use this recovery checklist in order.</a:t>
            </a:r>
          </a:p>
          <a:p>
            <a:r>
              <a:t>Do not jump to advanced fixes.</a:t>
            </a:r>
          </a:p>
          <a:p>
            <a:r>
              <a:t>In most cases, one of the first two checks resolves the issue.</a:t>
            </a:r>
          </a:p>
          <a:p>
            <a:r>
              <a:t>Then continue workflow from diagnostics to mitigation to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now ready to run the Day 2 lab.</a:t>
            </a:r>
          </a:p>
          <a:p>
            <a:r>
              <a:t>Open the lab file and begin with setup and baseline capture.</a:t>
            </a:r>
          </a:p>
          <a:p>
            <a:r>
              <a:t>Follow the phase sequence exactly: worked example, guided run, independent challenge.</a:t>
            </a:r>
          </a:p>
          <a:p>
            <a:r>
              <a:t>Keep this deck open for the diagnostics and checkpoint slides.</a:t>
            </a:r>
          </a:p>
          <a:p>
            <a:r>
              <a:t>I will circulate to help with blocker identification and evidence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5 Day 2: Concurrency Incident Drill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PostgreSQL + Supabase SQL Editor | Diagnose, Mitigate, Verify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Move from isolated syntax to incident response workflow</a:t>
            </a:r>
          </a:p>
          <a:p>
            <a:pPr>
              <a:defRPr sz="2100"/>
            </a:pPr>
            <a:r>
              <a:t>Use a repeatable process, not improvisation</a:t>
            </a:r>
          </a:p>
          <a:p>
            <a:pPr>
              <a:defRPr sz="2100"/>
            </a:pPr>
            <a:r>
              <a:t>Capture evidence before making mitigation choices</a:t>
            </a:r>
          </a:p>
          <a:p>
            <a:pPr>
              <a:defRPr sz="2100"/>
            </a:pPr>
            <a:r>
              <a:t>Explain blocker/waiter behavior in plain language</a:t>
            </a:r>
          </a:p>
          <a:p>
            <a:pPr>
              <a:defRPr sz="2100"/>
            </a:pPr>
            <a:r>
              <a:t>Submit short, high-quality operational artifacts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Lab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Phase 1: worked example (instructor-led)</a:t>
            </a:r>
          </a:p>
          <a:p>
            <a:pPr>
              <a:defRPr sz="2100"/>
            </a:pPr>
            <a:r>
              <a:t>Phase 2: guided team run (with role rotation)</a:t>
            </a:r>
          </a:p>
          <a:p>
            <a:pPr>
              <a:defRPr sz="2100"/>
            </a:pPr>
            <a:r>
              <a:t>Phase 3: short independent challenge</a:t>
            </a:r>
          </a:p>
          <a:p>
            <a:pPr>
              <a:defRPr sz="2100"/>
            </a:pPr>
            <a:r>
              <a:t>Two reflection prompts for consolidation</a:t>
            </a:r>
          </a:p>
          <a:p>
            <a:pPr>
              <a:defRPr sz="2100"/>
            </a:pPr>
            <a:r>
              <a:t>Designed for beginner-intermediate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(100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0-15: incident model and safety rules</a:t>
            </a:r>
          </a:p>
          <a:p>
            <a:pPr>
              <a:defRPr sz="2100"/>
            </a:pPr>
            <a:r>
              <a:t>15-35: lock/wait mechanics refresher</a:t>
            </a:r>
          </a:p>
          <a:p>
            <a:pPr>
              <a:defRPr sz="2100"/>
            </a:pPr>
            <a:r>
              <a:t>35-55: diagnostics workflow and evidence quality</a:t>
            </a:r>
          </a:p>
          <a:p>
            <a:pPr>
              <a:defRPr sz="2100"/>
            </a:pPr>
            <a:r>
              <a:t>55-85: lab phases and role execution</a:t>
            </a:r>
          </a:p>
          <a:p>
            <a:pPr>
              <a:defRPr sz="2100"/>
            </a:pPr>
            <a:r>
              <a:t>85-100: submission packaging and debrief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Need Open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Correct Supabase project</a:t>
            </a:r>
          </a:p>
          <a:p>
            <a:pPr>
              <a:defRPr sz="2100"/>
            </a:pPr>
            <a:r>
              <a:t>Three SQL Editor tabs: A, B, Observer</a:t>
            </a:r>
          </a:p>
          <a:p>
            <a:pPr>
              <a:defRPr sz="2100"/>
            </a:pPr>
            <a:r>
              <a:t>Lab file: `lab_day2_incident_response_game.md`</a:t>
            </a:r>
          </a:p>
          <a:p>
            <a:pPr>
              <a:defRPr sz="2100"/>
            </a:pPr>
            <a:r>
              <a:t>One target `memid` and original values recorded</a:t>
            </a:r>
          </a:p>
          <a:p>
            <a:pPr>
              <a:defRPr sz="2100"/>
            </a:pPr>
            <a:r>
              <a:t>Screenshot folder ready before Round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You intentionally reproduce blocking</a:t>
            </a:r>
          </a:p>
          <a:p>
            <a:pPr>
              <a:defRPr sz="2100"/>
            </a:pPr>
            <a:r>
              <a:t>You run diagnostics while waiting is active</a:t>
            </a:r>
          </a:p>
          <a:p>
            <a:pPr>
              <a:defRPr sz="2100"/>
            </a:pPr>
            <a:r>
              <a:t>You identify blocker and waiter correctly</a:t>
            </a:r>
          </a:p>
          <a:p>
            <a:pPr>
              <a:defRPr sz="2100"/>
            </a:pPr>
            <a:r>
              <a:t>You choose mitigation with rationale</a:t>
            </a:r>
          </a:p>
          <a:p>
            <a:pPr>
              <a:defRPr sz="2100"/>
            </a:pPr>
            <a:r>
              <a:t>You verify and clean final row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Concepts required for the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State Refresher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`BEGIN` starts explicit transaction scope</a:t>
            </a:r>
          </a:p>
          <a:p>
            <a:pPr>
              <a:defRPr sz="2100"/>
            </a:pPr>
            <a:r>
              <a:t>Changes are provisional until `COMMIT`</a:t>
            </a:r>
          </a:p>
          <a:p>
            <a:pPr>
              <a:defRPr sz="2100"/>
            </a:pPr>
            <a:r>
              <a:t>`ROLLBACK` discards uncommitted changes</a:t>
            </a:r>
          </a:p>
          <a:p>
            <a:pPr>
              <a:defRPr sz="2100"/>
            </a:pPr>
            <a:r>
              <a:t>Open write transactions can hold locks</a:t>
            </a:r>
          </a:p>
          <a:p>
            <a:pPr>
              <a:defRPr sz="2100"/>
            </a:pPr>
            <a:r>
              <a:t>Long open transactions increase contention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 Locking in This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 updates target row first</a:t>
            </a:r>
          </a:p>
          <a:p>
            <a:pPr>
              <a:defRPr sz="2100"/>
            </a:pPr>
            <a:r>
              <a:t>Session A keeps transaction open</a:t>
            </a:r>
          </a:p>
          <a:p>
            <a:pPr>
              <a:defRPr sz="2100"/>
            </a:pPr>
            <a:r>
              <a:t>Session B attempts conflicting same-row update</a:t>
            </a:r>
          </a:p>
          <a:p>
            <a:pPr>
              <a:defRPr sz="2100"/>
            </a:pPr>
            <a:r>
              <a:t>Session B waits until Session A ends</a:t>
            </a:r>
          </a:p>
          <a:p>
            <a:pPr>
              <a:defRPr sz="2100"/>
            </a:pPr>
            <a:r>
              <a:t>Wait is expected consistency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Timeline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T0: baseline captured</a:t>
            </a:r>
          </a:p>
          <a:p>
            <a:pPr>
              <a:defRPr sz="2100"/>
            </a:pPr>
            <a:r>
              <a:t>T1: Session A begins and updates</a:t>
            </a:r>
          </a:p>
          <a:p>
            <a:pPr>
              <a:defRPr sz="2100"/>
            </a:pPr>
            <a:r>
              <a:t>T2: Session B begins and waits</a:t>
            </a:r>
          </a:p>
          <a:p>
            <a:pPr>
              <a:defRPr sz="2100"/>
            </a:pPr>
            <a:r>
              <a:t>T3: Observer captures diagnostics</a:t>
            </a:r>
          </a:p>
          <a:p>
            <a:pPr>
              <a:defRPr sz="2100"/>
            </a:pPr>
            <a:r>
              <a:t>T4: mitigation applied and final state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No blocking: sessions targeted different row</a:t>
            </a:r>
          </a:p>
          <a:p>
            <a:pPr>
              <a:defRPr sz="2100"/>
            </a:pPr>
            <a:r>
              <a:t>No blocking: Session A committed too early</a:t>
            </a:r>
          </a:p>
          <a:p>
            <a:pPr>
              <a:defRPr sz="2100"/>
            </a:pPr>
            <a:r>
              <a:t>Weak evidence: diagnostics run too late</a:t>
            </a:r>
          </a:p>
          <a:p>
            <a:pPr>
              <a:defRPr sz="2100"/>
            </a:pPr>
            <a:r>
              <a:t>Confusing report: no event timestamps</a:t>
            </a:r>
          </a:p>
          <a:p>
            <a:pPr>
              <a:defRPr sz="2100"/>
            </a:pPr>
            <a:r>
              <a:t>Data drift: cleanup step skipped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Supabase SQL Editor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SQL Editor supports explicit transaction SQL</a:t>
            </a:r>
          </a:p>
          <a:p>
            <a:pPr>
              <a:defRPr sz="2100"/>
            </a:pPr>
            <a:r>
              <a:t>Dashboard statement timeout can apply</a:t>
            </a:r>
          </a:p>
          <a:p>
            <a:pPr>
              <a:defRPr sz="2100"/>
            </a:pPr>
            <a:r>
              <a:t>Keep lab transactions short and intentional</a:t>
            </a:r>
          </a:p>
          <a:p>
            <a:pPr>
              <a:defRPr sz="2100"/>
            </a:pPr>
            <a:r>
              <a:t>If stuck, verify open session state first</a:t>
            </a:r>
          </a:p>
          <a:p>
            <a:pPr>
              <a:defRPr sz="2100"/>
            </a:pPr>
            <a:r>
              <a:t>Do not rely on random query canceling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Diagnostics workflow you must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Run diagnostics only while wait is active</a:t>
            </a:r>
          </a:p>
          <a:p>
            <a:pPr>
              <a:defRPr sz="2100"/>
            </a:pPr>
            <a:r>
              <a:t>Capture one screenshot per key moment</a:t>
            </a:r>
          </a:p>
          <a:p>
            <a:pPr>
              <a:defRPr sz="2100"/>
            </a:pPr>
            <a:r>
              <a:t>Record rough timestamps for timeline</a:t>
            </a:r>
          </a:p>
          <a:p>
            <a:pPr>
              <a:defRPr sz="2100"/>
            </a:pPr>
            <a:r>
              <a:t>Save SQL used in one clean file</a:t>
            </a:r>
          </a:p>
          <a:p>
            <a:pPr>
              <a:defRPr sz="2100"/>
            </a:pPr>
            <a:r>
              <a:t>Connect each claim to one query result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Diagnostics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`pg_stat_activity` shows active backend state</a:t>
            </a:r>
          </a:p>
          <a:p>
            <a:pPr>
              <a:defRPr sz="2100"/>
            </a:pPr>
            <a:r>
              <a:t>`wait_event_type` and `wait_event` show waiting context</a:t>
            </a:r>
          </a:p>
          <a:p>
            <a:pPr>
              <a:defRPr sz="2100"/>
            </a:pPr>
            <a:r>
              <a:t>`pg_blocking_pids(pid)` shows blocker relationship</a:t>
            </a:r>
          </a:p>
          <a:p>
            <a:pPr>
              <a:defRPr sz="2100"/>
            </a:pPr>
            <a:r>
              <a:t>Filter to current DB and non-idle sessions</a:t>
            </a:r>
          </a:p>
          <a:p>
            <a:pPr>
              <a:defRPr sz="2100"/>
            </a:pPr>
            <a:r>
              <a:t>Run during blocking window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Read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`pid`: backend process id</a:t>
            </a:r>
          </a:p>
          <a:p>
            <a:pPr>
              <a:defRPr sz="2100"/>
            </a:pPr>
            <a:r>
              <a:t>`state`: activity state</a:t>
            </a:r>
          </a:p>
          <a:p>
            <a:pPr>
              <a:defRPr sz="2100"/>
            </a:pPr>
            <a:r>
              <a:t>`xact_start`: transaction start time</a:t>
            </a:r>
          </a:p>
          <a:p>
            <a:pPr>
              <a:defRPr sz="2100"/>
            </a:pPr>
            <a:r>
              <a:t>`wait_event_type`/`wait_event`: why waiting</a:t>
            </a:r>
          </a:p>
          <a:p>
            <a:pPr>
              <a:defRPr sz="2100"/>
            </a:pPr>
            <a:r>
              <a:t>`blocking_pids`: who is blocking this session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Quality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Baseline screenshot before any update</a:t>
            </a:r>
          </a:p>
          <a:p>
            <a:pPr>
              <a:defRPr sz="2100"/>
            </a:pPr>
            <a:r>
              <a:t>Session B waiting screenshot</a:t>
            </a:r>
          </a:p>
          <a:p>
            <a:pPr>
              <a:defRPr sz="2100"/>
            </a:pPr>
            <a:r>
              <a:t>Diagnostics screenshot with blocker mapping</a:t>
            </a:r>
          </a:p>
          <a:p>
            <a:pPr>
              <a:defRPr sz="2100"/>
            </a:pPr>
            <a:r>
              <a:t>Final verification screenshot after mitigation</a:t>
            </a:r>
          </a:p>
          <a:p>
            <a:pPr>
              <a:defRPr sz="2100"/>
            </a:pPr>
            <a:r>
              <a:t>Cleanup screenshot if values restored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1: Instructor worked example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Pick `TARGET_MEMID` from `public.members`</a:t>
            </a:r>
          </a:p>
          <a:p>
            <a:pPr>
              <a:defRPr sz="2100"/>
            </a:pPr>
            <a:r>
              <a:t>Record original `firstname` and `surname`</a:t>
            </a:r>
          </a:p>
          <a:p>
            <a:pPr>
              <a:defRPr sz="2100"/>
            </a:pPr>
            <a:r>
              <a:t>Capture baseline screenshot</a:t>
            </a:r>
          </a:p>
          <a:p>
            <a:pPr>
              <a:defRPr sz="2100"/>
            </a:pPr>
            <a:r>
              <a:t>Assign initial roles A, B, Observer</a:t>
            </a:r>
          </a:p>
          <a:p>
            <a:pPr>
              <a:defRPr sz="2100"/>
            </a:pPr>
            <a:r>
              <a:t>Observer prepares diagnostics query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SQL (Copy and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A: begin; update public.members set surname = surname || '_A1' where memid = &lt;TARGET_MEMID&gt;;</a:t>
            </a:r>
          </a:p>
          <a:p>
            <a:pPr>
              <a:defRPr sz="2100"/>
            </a:pPr>
            <a:r>
              <a:t>Session A: keep transaction open (no commit yet)</a:t>
            </a:r>
          </a:p>
          <a:p>
            <a:pPr>
              <a:defRPr sz="2100"/>
            </a:pPr>
            <a:r>
              <a:t>Session B: begin; update public.members set surname = surname || '_B1' where memid = &lt;TARGET_MEMID&gt;;</a:t>
            </a:r>
          </a:p>
          <a:p>
            <a:pPr>
              <a:defRPr sz="2100"/>
            </a:pPr>
            <a:r>
              <a:t>Observer: run diagnostics query while Session B waits</a:t>
            </a:r>
          </a:p>
          <a:p>
            <a:pPr>
              <a:defRPr sz="2100"/>
            </a:pPr>
            <a:r>
              <a:t>Close: Session A rollback; then Session B rollback;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Diagnostics SQL (Copy and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select now() as observed_at, pid, usename, state, wait_event_type, wait_event,</a:t>
            </a:r>
          </a:p>
          <a:p>
            <a:pPr>
              <a:defRPr sz="2100"/>
            </a:pPr>
            <a:r>
              <a:t>       pg_blocking_pids(pid) as blocking_pids, query</a:t>
            </a:r>
          </a:p>
          <a:p>
            <a:pPr>
              <a:defRPr sz="2100"/>
            </a:pPr>
            <a:r>
              <a:t>from pg_stat_activity</a:t>
            </a:r>
          </a:p>
          <a:p>
            <a:pPr>
              <a:defRPr sz="2100"/>
            </a:pPr>
            <a:r>
              <a:t>where datname = current_database() and state &lt;&gt; 'idle'</a:t>
            </a:r>
          </a:p>
          <a:p>
            <a:pPr>
              <a:defRPr sz="2100"/>
            </a:pPr>
            <a:r>
              <a:t>order by pid;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Command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A: `begin; update ... '_A1';` keep open</a:t>
            </a:r>
          </a:p>
          <a:p>
            <a:pPr>
              <a:defRPr sz="2100"/>
            </a:pPr>
            <a:r>
              <a:t>Session B: `begin; update ... '_B1';` expect wait</a:t>
            </a:r>
          </a:p>
          <a:p>
            <a:pPr>
              <a:defRPr sz="2100"/>
            </a:pPr>
            <a:r>
              <a:t>Observer: run diagnostics query during wait</a:t>
            </a:r>
          </a:p>
          <a:p>
            <a:pPr>
              <a:defRPr sz="2100"/>
            </a:pPr>
            <a:r>
              <a:t>Session A: `rollback;`</a:t>
            </a:r>
          </a:p>
          <a:p>
            <a:pPr>
              <a:defRPr sz="2100"/>
            </a:pPr>
            <a:r>
              <a:t>Session B: `rollback;` after unblocked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B pauses on conflicting update</a:t>
            </a:r>
          </a:p>
          <a:p>
            <a:pPr>
              <a:defRPr sz="2100"/>
            </a:pPr>
            <a:r>
              <a:t>Diagnostics show waiting and blocker pid</a:t>
            </a:r>
          </a:p>
          <a:p>
            <a:pPr>
              <a:defRPr sz="2100"/>
            </a:pPr>
            <a:r>
              <a:t>After rollback, Session B completes</a:t>
            </a:r>
          </a:p>
          <a:p>
            <a:pPr>
              <a:defRPr sz="2100"/>
            </a:pPr>
            <a:r>
              <a:t>Row returns to baseline state</a:t>
            </a:r>
          </a:p>
          <a:p>
            <a:pPr>
              <a:defRPr sz="2100"/>
            </a:pPr>
            <a:r>
              <a:t>Team can explain why wait occurred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2: Guided team run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Rotate roles after Phase 1</a:t>
            </a:r>
          </a:p>
          <a:p>
            <a:pPr>
              <a:defRPr sz="2100"/>
            </a:pPr>
            <a:r>
              <a:t>New Driver A controls lock hold</a:t>
            </a:r>
          </a:p>
          <a:p>
            <a:pPr>
              <a:defRPr sz="2100"/>
            </a:pPr>
            <a:r>
              <a:t>New Driver B triggers conflict</a:t>
            </a:r>
          </a:p>
          <a:p>
            <a:pPr>
              <a:defRPr sz="2100"/>
            </a:pPr>
            <a:r>
              <a:t>New Observer owns evidence</a:t>
            </a:r>
          </a:p>
          <a:p>
            <a:pPr>
              <a:defRPr sz="2100"/>
            </a:pPr>
            <a:r>
              <a:t>Announce actions out loud to team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Guided Step A: Recreate Blocking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 updates `firstname` with `_LOCKA` suffix</a:t>
            </a:r>
          </a:p>
          <a:p>
            <a:pPr>
              <a:defRPr sz="2100"/>
            </a:pPr>
            <a:r>
              <a:t>Keep Session A transaction open</a:t>
            </a:r>
          </a:p>
          <a:p>
            <a:pPr>
              <a:defRPr sz="2100"/>
            </a:pPr>
            <a:r>
              <a:t>Session B attempts `_LOCKB` update on same row</a:t>
            </a:r>
          </a:p>
          <a:p>
            <a:pPr>
              <a:defRPr sz="2100"/>
            </a:pPr>
            <a:r>
              <a:t>Confirm waiting behavior</a:t>
            </a:r>
          </a:p>
          <a:p>
            <a:pPr>
              <a:defRPr sz="2100"/>
            </a:pPr>
            <a:r>
              <a:t>Do not mitigate yet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Guided Phase SQL (Copy and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A: begin; update public.members set firstname = firstname || '_LOCKA' where memid = &lt;TARGET_MEMID&gt;;</a:t>
            </a:r>
          </a:p>
          <a:p>
            <a:pPr>
              <a:defRPr sz="2100"/>
            </a:pPr>
            <a:r>
              <a:t>Session B: begin; update public.members set firstname = firstname || '_LOCKB' where memid = &lt;TARGET_MEMID&gt;;</a:t>
            </a:r>
          </a:p>
          <a:p>
            <a:pPr>
              <a:defRPr sz="2100"/>
            </a:pPr>
            <a:r>
              <a:t>Observer: run diagnostics query with xact_start ordering</a:t>
            </a:r>
          </a:p>
          <a:p>
            <a:pPr>
              <a:defRPr sz="2100"/>
            </a:pPr>
            <a:r>
              <a:t>Mitigation: Session A commit; OR Session A rollback;</a:t>
            </a:r>
          </a:p>
          <a:p>
            <a:pPr>
              <a:defRPr sz="2100"/>
            </a:pPr>
            <a:r>
              <a:t>Session B: rollback; then verify and cleanup row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Guided Step B: Diagnose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Run diagnostics with `xact_start` ordering</a:t>
            </a:r>
          </a:p>
          <a:p>
            <a:pPr>
              <a:defRPr sz="2100"/>
            </a:pPr>
            <a:r>
              <a:t>Capture blocker mapping via `pg_blocking_pids`</a:t>
            </a:r>
          </a:p>
          <a:p>
            <a:pPr>
              <a:defRPr sz="2100"/>
            </a:pPr>
            <a:r>
              <a:t>Record event timestamp</a:t>
            </a:r>
          </a:p>
          <a:p>
            <a:pPr>
              <a:defRPr sz="2100"/>
            </a:pPr>
            <a:r>
              <a:t>Save screenshot before mitigation</a:t>
            </a:r>
          </a:p>
          <a:p>
            <a:pPr>
              <a:defRPr sz="2100"/>
            </a:pPr>
            <a:r>
              <a:t>Agree on root cause sentence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Guided Step C: Mitigate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Session A chooses `commit;` or `rollback;`</a:t>
            </a:r>
          </a:p>
          <a:p>
            <a:pPr>
              <a:defRPr sz="2100"/>
            </a:pPr>
            <a:r>
              <a:t>Choice must be justified in write-up</a:t>
            </a:r>
          </a:p>
          <a:p>
            <a:pPr>
              <a:defRPr sz="2100"/>
            </a:pPr>
            <a:r>
              <a:t>Session B rolls back after unblocked</a:t>
            </a:r>
          </a:p>
          <a:p>
            <a:pPr>
              <a:defRPr sz="2100"/>
            </a:pPr>
            <a:r>
              <a:t>Avoid accidental persistent dual edits</a:t>
            </a:r>
          </a:p>
          <a:p>
            <a:pPr>
              <a:defRPr sz="2100"/>
            </a:pPr>
            <a:r>
              <a:t>Proceed immediately to verification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Guided Step D: Verify and Clean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Query final `firstname` and `surname`</a:t>
            </a:r>
          </a:p>
          <a:p>
            <a:pPr>
              <a:defRPr sz="2100"/>
            </a:pPr>
            <a:r>
              <a:t>Restore original values if changed</a:t>
            </a:r>
          </a:p>
          <a:p>
            <a:pPr>
              <a:defRPr sz="2100"/>
            </a:pPr>
            <a:r>
              <a:t>Capture final verification screenshot</a:t>
            </a:r>
          </a:p>
          <a:p>
            <a:pPr>
              <a:defRPr sz="2100"/>
            </a:pPr>
            <a:r>
              <a:t>Capture cleanup screenshot if applicable</a:t>
            </a:r>
          </a:p>
          <a:p>
            <a:pPr>
              <a:defRPr sz="2100"/>
            </a:pPr>
            <a:r>
              <a:t>Append all SQL to submission file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Can you show blocker and waiter evidence?</a:t>
            </a:r>
          </a:p>
          <a:p>
            <a:pPr>
              <a:defRPr sz="2100"/>
            </a:pPr>
            <a:r>
              <a:t>Can you explain mitigation choice clearly?</a:t>
            </a:r>
          </a:p>
          <a:p>
            <a:pPr>
              <a:defRPr sz="2100"/>
            </a:pPr>
            <a:r>
              <a:t>Is final state verified and cleaned?</a:t>
            </a:r>
          </a:p>
          <a:p>
            <a:pPr>
              <a:defRPr sz="2100"/>
            </a:pPr>
            <a:r>
              <a:t>Are screenshots time-ordered?</a:t>
            </a:r>
          </a:p>
          <a:p>
            <a:pPr>
              <a:defRPr sz="2100"/>
            </a:pPr>
            <a:r>
              <a:t>Is SQL file complete?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Phase 3: Independent mini-challenge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Independent Challenge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 new `CHALLENGE_MEMID`</a:t>
            </a:r>
          </a:p>
          <a:p>
            <a:pPr>
              <a:defRPr sz="2100"/>
            </a:pPr>
            <a:r>
              <a:t>Reproduce one blocking incident</a:t>
            </a:r>
          </a:p>
          <a:p>
            <a:pPr>
              <a:defRPr sz="2100"/>
            </a:pPr>
            <a:r>
              <a:t>Capture diagnostics during active wait</a:t>
            </a:r>
          </a:p>
          <a:p>
            <a:pPr>
              <a:defRPr sz="2100"/>
            </a:pPr>
            <a:r>
              <a:t>Mitigate with justified decision</a:t>
            </a:r>
          </a:p>
          <a:p>
            <a:pPr>
              <a:defRPr sz="2100"/>
            </a:pPr>
            <a:r>
              <a:t>Verify and clean final state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Debrief Template (Use This)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Symptom: one line</a:t>
            </a:r>
          </a:p>
          <a:p>
            <a:pPr>
              <a:defRPr sz="2100"/>
            </a:pPr>
            <a:r>
              <a:t>Root cause: one line</a:t>
            </a:r>
          </a:p>
          <a:p>
            <a:pPr>
              <a:defRPr sz="2100"/>
            </a:pPr>
            <a:r>
              <a:t>Evidence query: one line</a:t>
            </a:r>
          </a:p>
          <a:p>
            <a:pPr>
              <a:defRPr sz="2100"/>
            </a:pPr>
            <a:r>
              <a:t>Mitigation choice: one line</a:t>
            </a:r>
          </a:p>
          <a:p>
            <a:pPr>
              <a:defRPr sz="2100"/>
            </a:pPr>
            <a:r>
              <a:t>Prevention habit: one line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`week5_day2_brief_writeup.md` (250-400 words)</a:t>
            </a:r>
          </a:p>
          <a:p>
            <a:pPr>
              <a:defRPr sz="2100"/>
            </a:pPr>
            <a:r>
              <a:t>`week5_day2_queries.sql` (all SQL used)</a:t>
            </a:r>
          </a:p>
          <a:p>
            <a:pPr>
              <a:defRPr sz="2100"/>
            </a:pPr>
            <a:r>
              <a:t>`week5_day2_screenshots/` (7-10 screenshots)</a:t>
            </a:r>
          </a:p>
          <a:p>
            <a:pPr>
              <a:defRPr sz="2100"/>
            </a:pPr>
            <a:r>
              <a:t>Order evidence chronologically</a:t>
            </a:r>
          </a:p>
          <a:p>
            <a:pPr>
              <a:defRPr sz="2100"/>
            </a:pPr>
            <a:r>
              <a:t>Prioritize clarity over volume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30: incident reproduction quality</a:t>
            </a:r>
          </a:p>
          <a:p>
            <a:pPr>
              <a:defRPr sz="2100"/>
            </a:pPr>
            <a:r>
              <a:t>30: diagnostics and evidence quality</a:t>
            </a:r>
          </a:p>
          <a:p>
            <a:pPr>
              <a:defRPr sz="2100"/>
            </a:pPr>
            <a:r>
              <a:t>20: mitigation and verification quality</a:t>
            </a:r>
          </a:p>
          <a:p>
            <a:pPr>
              <a:defRPr sz="2100"/>
            </a:pPr>
            <a:r>
              <a:t>20: write-up clarity and prevention insight</a:t>
            </a:r>
          </a:p>
          <a:p>
            <a:pPr>
              <a:defRPr sz="2100"/>
            </a:pPr>
            <a:r>
              <a:t>Full credit requires reproducible workflow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Rescue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Confirm both sessions target same row</a:t>
            </a:r>
          </a:p>
          <a:p>
            <a:pPr>
              <a:defRPr sz="2100"/>
            </a:pPr>
            <a:r>
              <a:t>Confirm Session A is still open</a:t>
            </a:r>
          </a:p>
          <a:p>
            <a:pPr>
              <a:defRPr sz="2100"/>
            </a:pPr>
            <a:r>
              <a:t>Re-run diagnostics while waiting</a:t>
            </a:r>
          </a:p>
          <a:p>
            <a:pPr>
              <a:defRPr sz="2100"/>
            </a:pPr>
            <a:r>
              <a:t>Apply one mitigation only</a:t>
            </a:r>
          </a:p>
          <a:p>
            <a:pPr>
              <a:defRPr sz="2100"/>
            </a:pPr>
            <a:r>
              <a:t>Re-verify final state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Transition to Lab Execution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`lab_day2_incident_response_game.md` and start Setup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